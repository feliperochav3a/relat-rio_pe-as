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8"/>
  </p:notesMasterIdLst>
  <p:sldIdLst>
    <p:sldId id="262" r:id="rId2"/>
    <p:sldId id="7735" r:id="rId3"/>
    <p:sldId id="7736" r:id="rId4"/>
    <p:sldId id="7738" r:id="rId5"/>
    <p:sldId id="7739" r:id="rId6"/>
    <p:sldId id="7732" r:id="rId7"/>
  </p:sldIdLst>
  <p:sldSz cx="12192000" cy="6858000"/>
  <p:notesSz cx="6858000" cy="9144000"/>
  <p:embeddedFontLst>
    <p:embeddedFont>
      <p:font typeface="Geologica" pitchFamily="2" charset="0"/>
      <p:regular r:id="rId9"/>
      <p:bold r:id="rId10"/>
    </p:embeddedFont>
    <p:embeddedFont>
      <p:font typeface="Geologica ExtraBold" pitchFamily="2" charset="0"/>
      <p:bold r:id="rId11"/>
    </p:embeddedFont>
    <p:embeddedFont>
      <p:font typeface="Geologica Light" pitchFamily="2" charset="0"/>
      <p:regular r:id="rId12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466"/>
    <a:srgbClr val="FFCB05"/>
    <a:srgbClr val="000000"/>
    <a:srgbClr val="FF00FF"/>
    <a:srgbClr val="F0F0F0"/>
    <a:srgbClr val="A4A6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15" autoAdjust="0"/>
    <p:restoredTop sz="96247" autoAdjust="0"/>
  </p:normalViewPr>
  <p:slideViewPr>
    <p:cSldViewPr>
      <p:cViewPr>
        <p:scale>
          <a:sx n="100" d="100"/>
          <a:sy n="100" d="100"/>
        </p:scale>
        <p:origin x="1434" y="4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4" d="100"/>
          <a:sy n="84" d="100"/>
        </p:scale>
        <p:origin x="3912" y="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03991-0270-4B88-9E73-030A3132EDF4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19525-63FD-47E0-965E-FE7FD9004D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4734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749F3-E9A5-36EF-843B-836B5C2DE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2557D1C-BBEB-43BD-CEFE-465F4BDA0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8D94A53-7291-3AA1-4379-1784BCDCD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7EB473-0B78-83AB-3C2F-792AF875C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19525-63FD-47E0-965E-FE7FD9004D13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6611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749F3-E9A5-36EF-843B-836B5C2DE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2557D1C-BBEB-43BD-CEFE-465F4BDA0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8D94A53-7291-3AA1-4379-1784BCDCD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7EB473-0B78-83AB-3C2F-792AF875C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19525-63FD-47E0-965E-FE7FD9004D13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4774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992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Título e Conteúd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5120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586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490" userDrawn="1">
          <p15:clr>
            <a:srgbClr val="A4A3A4"/>
          </p15:clr>
        </p15:guide>
        <p15:guide id="4" orient="horz" pos="525" userDrawn="1">
          <p15:clr>
            <a:srgbClr val="A4A3A4"/>
          </p15:clr>
        </p15:guide>
        <p15:guide id="5" orient="horz" pos="856" userDrawn="1">
          <p15:clr>
            <a:srgbClr val="A4A3A4"/>
          </p15:clr>
        </p15:guide>
        <p15:guide id="6" orient="horz" pos="1180" userDrawn="1">
          <p15:clr>
            <a:srgbClr val="A4A3A4"/>
          </p15:clr>
        </p15:guide>
        <p15:guide id="7" orient="horz" pos="1507" userDrawn="1">
          <p15:clr>
            <a:srgbClr val="A4A3A4"/>
          </p15:clr>
        </p15:guide>
        <p15:guide id="8" orient="horz" pos="1833" userDrawn="1">
          <p15:clr>
            <a:srgbClr val="A4A3A4"/>
          </p15:clr>
        </p15:guide>
        <p15:guide id="9" orient="horz" pos="2161" userDrawn="1">
          <p15:clr>
            <a:srgbClr val="A4A3A4"/>
          </p15:clr>
        </p15:guide>
        <p15:guide id="10" orient="horz" pos="2816" userDrawn="1">
          <p15:clr>
            <a:srgbClr val="A4A3A4"/>
          </p15:clr>
        </p15:guide>
        <p15:guide id="11" orient="horz" pos="3141" userDrawn="1">
          <p15:clr>
            <a:srgbClr val="A4A3A4"/>
          </p15:clr>
        </p15:guide>
        <p15:guide id="12" orient="horz" pos="3469" userDrawn="1">
          <p15:clr>
            <a:srgbClr val="A4A3A4"/>
          </p15:clr>
        </p15:guide>
        <p15:guide id="13" orient="horz" pos="3797" userDrawn="1">
          <p15:clr>
            <a:srgbClr val="A4A3A4"/>
          </p15:clr>
        </p15:guide>
        <p15:guide id="14" orient="horz" pos="4120" userDrawn="1">
          <p15:clr>
            <a:srgbClr val="A4A3A4"/>
          </p15:clr>
        </p15:guide>
        <p15:guide id="15" pos="216" userDrawn="1">
          <p15:clr>
            <a:srgbClr val="A4A3A4"/>
          </p15:clr>
        </p15:guide>
        <p15:guide id="16" pos="1426" userDrawn="1">
          <p15:clr>
            <a:srgbClr val="A4A3A4"/>
          </p15:clr>
        </p15:guide>
        <p15:guide id="17" pos="2632" userDrawn="1">
          <p15:clr>
            <a:srgbClr val="A4A3A4"/>
          </p15:clr>
        </p15:guide>
        <p15:guide id="18" pos="5043" userDrawn="1">
          <p15:clr>
            <a:srgbClr val="A4A3A4"/>
          </p15:clr>
        </p15:guide>
        <p15:guide id="19" pos="6252" userDrawn="1">
          <p15:clr>
            <a:srgbClr val="A4A3A4"/>
          </p15:clr>
        </p15:guide>
        <p15:guide id="20" pos="7462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364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30DA8-DB07-31DE-7919-AF0CE60AC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">
            <a:extLst>
              <a:ext uri="{FF2B5EF4-FFF2-40B4-BE49-F238E27FC236}">
                <a16:creationId xmlns:a16="http://schemas.microsoft.com/office/drawing/2014/main" id="{DA983398-988C-A32D-4BED-18BD4974036F}"/>
              </a:ext>
            </a:extLst>
          </p:cNvPr>
          <p:cNvSpPr/>
          <p:nvPr/>
        </p:nvSpPr>
        <p:spPr>
          <a:xfrm>
            <a:off x="3209417" y="4993601"/>
            <a:ext cx="5773166" cy="513437"/>
          </a:xfrm>
          <a:custGeom>
            <a:avLst/>
            <a:gdLst>
              <a:gd name="csX0" fmla="*/ 1051560 w 9014650"/>
              <a:gd name="csY0" fmla="*/ 0 h 801719"/>
              <a:gd name="csX1" fmla="*/ 1731169 w 9014650"/>
              <a:gd name="csY1" fmla="*/ 801719 h 801719"/>
              <a:gd name="csX2" fmla="*/ 677990 w 9014650"/>
              <a:gd name="csY2" fmla="*/ 801719 h 801719"/>
              <a:gd name="csX3" fmla="*/ 0 w 9014650"/>
              <a:gd name="csY3" fmla="*/ 0 h 801719"/>
              <a:gd name="csX4" fmla="*/ 1051560 w 9014650"/>
              <a:gd name="csY4" fmla="*/ 0 h 801719"/>
              <a:gd name="csX5" fmla="*/ 2032826 w 9014650"/>
              <a:gd name="csY5" fmla="*/ 0 h 801719"/>
              <a:gd name="csX6" fmla="*/ 2032826 w 9014650"/>
              <a:gd name="csY6" fmla="*/ 801719 h 801719"/>
              <a:gd name="csX7" fmla="*/ 2844641 w 9014650"/>
              <a:gd name="csY7" fmla="*/ 801719 h 801719"/>
              <a:gd name="csX8" fmla="*/ 2844641 w 9014650"/>
              <a:gd name="csY8" fmla="*/ 0 h 801719"/>
              <a:gd name="csX9" fmla="*/ 2032826 w 9014650"/>
              <a:gd name="csY9" fmla="*/ 0 h 801719"/>
              <a:gd name="csX10" fmla="*/ 6842570 w 9014650"/>
              <a:gd name="csY10" fmla="*/ 0 h 801719"/>
              <a:gd name="csX11" fmla="*/ 6842570 w 9014650"/>
              <a:gd name="csY11" fmla="*/ 801719 h 801719"/>
              <a:gd name="csX12" fmla="*/ 7654385 w 9014650"/>
              <a:gd name="csY12" fmla="*/ 801719 h 801719"/>
              <a:gd name="csX13" fmla="*/ 7654385 w 9014650"/>
              <a:gd name="csY13" fmla="*/ 439484 h 801719"/>
              <a:gd name="csX14" fmla="*/ 7961471 w 9014650"/>
              <a:gd name="csY14" fmla="*/ 801719 h 801719"/>
              <a:gd name="csX15" fmla="*/ 9014650 w 9014650"/>
              <a:gd name="csY15" fmla="*/ 801719 h 801719"/>
              <a:gd name="csX16" fmla="*/ 8336566 w 9014650"/>
              <a:gd name="csY16" fmla="*/ 0 h 801719"/>
              <a:gd name="csX17" fmla="*/ 6842474 w 9014650"/>
              <a:gd name="csY17" fmla="*/ 0 h 801719"/>
              <a:gd name="csX18" fmla="*/ 5178552 w 9014650"/>
              <a:gd name="csY18" fmla="*/ 3429 h 801719"/>
              <a:gd name="csX19" fmla="*/ 4236530 w 9014650"/>
              <a:gd name="csY19" fmla="*/ 801719 h 801719"/>
              <a:gd name="csX20" fmla="*/ 5486876 w 9014650"/>
              <a:gd name="csY20" fmla="*/ 801719 h 801719"/>
              <a:gd name="csX21" fmla="*/ 6426708 w 9014650"/>
              <a:gd name="csY21" fmla="*/ 3429 h 801719"/>
              <a:gd name="csX22" fmla="*/ 6426708 w 9014650"/>
              <a:gd name="csY22" fmla="*/ 0 h 801719"/>
              <a:gd name="csX23" fmla="*/ 5178552 w 9014650"/>
              <a:gd name="csY23" fmla="*/ 3429 h 8017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9014650" h="801719">
                <a:moveTo>
                  <a:pt x="1051560" y="0"/>
                </a:moveTo>
                <a:lnTo>
                  <a:pt x="1731169" y="801719"/>
                </a:lnTo>
                <a:lnTo>
                  <a:pt x="677990" y="801719"/>
                </a:lnTo>
                <a:lnTo>
                  <a:pt x="0" y="0"/>
                </a:lnTo>
                <a:lnTo>
                  <a:pt x="1051560" y="0"/>
                </a:lnTo>
                <a:close/>
                <a:moveTo>
                  <a:pt x="2032826" y="0"/>
                </a:moveTo>
                <a:lnTo>
                  <a:pt x="2032826" y="801719"/>
                </a:lnTo>
                <a:lnTo>
                  <a:pt x="2844641" y="801719"/>
                </a:lnTo>
                <a:lnTo>
                  <a:pt x="2844641" y="0"/>
                </a:lnTo>
                <a:lnTo>
                  <a:pt x="2032826" y="0"/>
                </a:lnTo>
                <a:close/>
                <a:moveTo>
                  <a:pt x="6842570" y="0"/>
                </a:moveTo>
                <a:lnTo>
                  <a:pt x="6842570" y="801719"/>
                </a:lnTo>
                <a:lnTo>
                  <a:pt x="7654385" y="801719"/>
                </a:lnTo>
                <a:lnTo>
                  <a:pt x="7654385" y="439484"/>
                </a:lnTo>
                <a:lnTo>
                  <a:pt x="7961471" y="801719"/>
                </a:lnTo>
                <a:lnTo>
                  <a:pt x="9014650" y="801719"/>
                </a:lnTo>
                <a:lnTo>
                  <a:pt x="8336566" y="0"/>
                </a:lnTo>
                <a:lnTo>
                  <a:pt x="6842474" y="0"/>
                </a:lnTo>
                <a:close/>
                <a:moveTo>
                  <a:pt x="5178552" y="3429"/>
                </a:moveTo>
                <a:lnTo>
                  <a:pt x="4236530" y="801719"/>
                </a:lnTo>
                <a:lnTo>
                  <a:pt x="5486876" y="801719"/>
                </a:lnTo>
                <a:lnTo>
                  <a:pt x="6426708" y="3429"/>
                </a:lnTo>
                <a:lnTo>
                  <a:pt x="6426708" y="0"/>
                </a:lnTo>
                <a:lnTo>
                  <a:pt x="5178552" y="3429"/>
                </a:lnTo>
                <a:close/>
              </a:path>
            </a:pathLst>
          </a:custGeom>
          <a:solidFill>
            <a:srgbClr val="FFCB05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B395D211-F713-4D5C-1E00-FAB6C3A921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1195" y="-531440"/>
            <a:ext cx="1683130" cy="334848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B791D390-D674-3FF0-AEB3-4C72C7DFC433}"/>
              </a:ext>
            </a:extLst>
          </p:cNvPr>
          <p:cNvGrpSpPr/>
          <p:nvPr/>
        </p:nvGrpSpPr>
        <p:grpSpPr>
          <a:xfrm>
            <a:off x="2820213" y="2010593"/>
            <a:ext cx="6551575" cy="2455953"/>
            <a:chOff x="2820213" y="2328495"/>
            <a:chExt cx="6551575" cy="2455953"/>
          </a:xfrm>
        </p:grpSpPr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D480A4E7-F171-2215-E203-3F8DBFC896FB}"/>
                </a:ext>
              </a:extLst>
            </p:cNvPr>
            <p:cNvSpPr txBox="1"/>
            <p:nvPr/>
          </p:nvSpPr>
          <p:spPr>
            <a:xfrm>
              <a:off x="2820213" y="2328495"/>
              <a:ext cx="6551575" cy="1148876"/>
            </a:xfrm>
            <a:prstGeom prst="rect">
              <a:avLst/>
            </a:prstGeom>
            <a:noFill/>
          </p:spPr>
          <p:txBody>
            <a:bodyPr wrap="square" tIns="36000" bIns="36000" rtlCol="0">
              <a:noAutofit/>
            </a:bodyPr>
            <a:lstStyle/>
            <a:p>
              <a:pPr algn="ctr">
                <a:lnSpc>
                  <a:spcPts val="8000"/>
                </a:lnSpc>
              </a:pPr>
              <a:r>
                <a:rPr lang="pt-BR" sz="8000" dirty="0">
                  <a:solidFill>
                    <a:schemeClr val="bg1"/>
                  </a:solidFill>
                  <a:latin typeface="Geologica ExtraBold" pitchFamily="2" charset="0"/>
                </a:rPr>
                <a:t>RELATÓRIO</a:t>
              </a:r>
            </a:p>
            <a:p>
              <a:pPr algn="ctr">
                <a:lnSpc>
                  <a:spcPts val="8000"/>
                </a:lnSpc>
              </a:pPr>
              <a:r>
                <a:rPr lang="pt-BR" sz="8000" dirty="0">
                  <a:solidFill>
                    <a:schemeClr val="bg1"/>
                  </a:solidFill>
                  <a:latin typeface="Geologica ExtraBold" pitchFamily="2" charset="0"/>
                </a:rPr>
                <a:t>DE PEÇAS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16E67414-896A-71C7-1EDC-05B7052369CA}"/>
                </a:ext>
              </a:extLst>
            </p:cNvPr>
            <p:cNvSpPr txBox="1"/>
            <p:nvPr/>
          </p:nvSpPr>
          <p:spPr>
            <a:xfrm>
              <a:off x="3219451" y="4508759"/>
              <a:ext cx="5753099" cy="27568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/>
            <a:p>
              <a:pPr algn="ctr">
                <a:lnSpc>
                  <a:spcPts val="1800"/>
                </a:lnSpc>
              </a:pPr>
              <a:r>
                <a:rPr lang="pt-BR" sz="2000" dirty="0">
                  <a:solidFill>
                    <a:schemeClr val="bg1"/>
                  </a:solidFill>
                  <a:latin typeface="Geologica" pitchFamily="2" charset="0"/>
                </a:rPr>
                <a:t>CCBB SALVADOR | EFEITOS ESPECIAIS</a:t>
              </a:r>
              <a:endParaRPr lang="pt-BR" sz="2000" b="1" dirty="0">
                <a:solidFill>
                  <a:schemeClr val="bg1"/>
                </a:solidFill>
                <a:latin typeface="Geologica" pitchFamily="2" charset="0"/>
              </a:endParaRPr>
            </a:p>
          </p:txBody>
        </p:sp>
      </p:grp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1D16A164-0E11-E678-5933-1CF2644DEAD1}"/>
              </a:ext>
            </a:extLst>
          </p:cNvPr>
          <p:cNvSpPr/>
          <p:nvPr/>
        </p:nvSpPr>
        <p:spPr>
          <a:xfrm>
            <a:off x="9552384" y="208243"/>
            <a:ext cx="2293541" cy="107670"/>
          </a:xfrm>
          <a:custGeom>
            <a:avLst/>
            <a:gdLst>
              <a:gd name="csX0" fmla="*/ 1824894 w 3465481"/>
              <a:gd name="csY0" fmla="*/ 72961 h 162687"/>
              <a:gd name="csX1" fmla="*/ 1811655 w 3465481"/>
              <a:gd name="csY1" fmla="*/ 110870 h 162687"/>
              <a:gd name="csX2" fmla="*/ 1838134 w 3465481"/>
              <a:gd name="csY2" fmla="*/ 110870 h 162687"/>
              <a:gd name="csX3" fmla="*/ 405955 w 3465481"/>
              <a:gd name="csY3" fmla="*/ 66960 h 162687"/>
              <a:gd name="csX4" fmla="*/ 405955 w 3465481"/>
              <a:gd name="csY4" fmla="*/ 94963 h 162687"/>
              <a:gd name="csX5" fmla="*/ 422243 w 3465481"/>
              <a:gd name="csY5" fmla="*/ 94963 h 162687"/>
              <a:gd name="csX6" fmla="*/ 435006 w 3465481"/>
              <a:gd name="csY6" fmla="*/ 91820 h 162687"/>
              <a:gd name="csX7" fmla="*/ 439578 w 3465481"/>
              <a:gd name="csY7" fmla="*/ 81152 h 162687"/>
              <a:gd name="csX8" fmla="*/ 434816 w 3465481"/>
              <a:gd name="csY8" fmla="*/ 70198 h 162687"/>
              <a:gd name="csX9" fmla="*/ 422433 w 3465481"/>
              <a:gd name="csY9" fmla="*/ 66960 h 162687"/>
              <a:gd name="csX10" fmla="*/ 774191 w 3465481"/>
              <a:gd name="csY10" fmla="*/ 65722 h 162687"/>
              <a:gd name="csX11" fmla="*/ 774191 w 3465481"/>
              <a:gd name="csY11" fmla="*/ 92296 h 162687"/>
              <a:gd name="csX12" fmla="*/ 788860 w 3465481"/>
              <a:gd name="csY12" fmla="*/ 92296 h 162687"/>
              <a:gd name="csX13" fmla="*/ 801433 w 3465481"/>
              <a:gd name="csY13" fmla="*/ 89248 h 162687"/>
              <a:gd name="csX14" fmla="*/ 806005 w 3465481"/>
              <a:gd name="csY14" fmla="*/ 79057 h 162687"/>
              <a:gd name="csX15" fmla="*/ 801623 w 3465481"/>
              <a:gd name="csY15" fmla="*/ 68770 h 162687"/>
              <a:gd name="csX16" fmla="*/ 789336 w 3465481"/>
              <a:gd name="csY16" fmla="*/ 65722 h 162687"/>
              <a:gd name="csX17" fmla="*/ 3407854 w 3465481"/>
              <a:gd name="csY17" fmla="*/ 60007 h 162687"/>
              <a:gd name="csX18" fmla="*/ 3386233 w 3465481"/>
              <a:gd name="csY18" fmla="*/ 115918 h 162687"/>
              <a:gd name="csX19" fmla="*/ 3386328 w 3465481"/>
              <a:gd name="csY19" fmla="*/ 115918 h 162687"/>
              <a:gd name="csX20" fmla="*/ 3430524 w 3465481"/>
              <a:gd name="csY20" fmla="*/ 115918 h 162687"/>
              <a:gd name="csX21" fmla="*/ 2844355 w 3465481"/>
              <a:gd name="csY21" fmla="*/ 60007 h 162687"/>
              <a:gd name="csX22" fmla="*/ 2822733 w 3465481"/>
              <a:gd name="csY22" fmla="*/ 115918 h 162687"/>
              <a:gd name="csX23" fmla="*/ 2822828 w 3465481"/>
              <a:gd name="csY23" fmla="*/ 115918 h 162687"/>
              <a:gd name="csX24" fmla="*/ 2867024 w 3465481"/>
              <a:gd name="csY24" fmla="*/ 115918 h 162687"/>
              <a:gd name="csX25" fmla="*/ 2107786 w 3465481"/>
              <a:gd name="csY25" fmla="*/ 54958 h 162687"/>
              <a:gd name="csX26" fmla="*/ 2107786 w 3465481"/>
              <a:gd name="csY26" fmla="*/ 144970 h 162687"/>
              <a:gd name="csX27" fmla="*/ 2107691 w 3465481"/>
              <a:gd name="csY27" fmla="*/ 145065 h 162687"/>
              <a:gd name="csX28" fmla="*/ 2125217 w 3465481"/>
              <a:gd name="csY28" fmla="*/ 145065 h 162687"/>
              <a:gd name="csX29" fmla="*/ 2144172 w 3465481"/>
              <a:gd name="csY29" fmla="*/ 141922 h 162687"/>
              <a:gd name="csX30" fmla="*/ 2158745 w 3465481"/>
              <a:gd name="csY30" fmla="*/ 132873 h 162687"/>
              <a:gd name="csX31" fmla="*/ 2168080 w 3465481"/>
              <a:gd name="csY31" fmla="*/ 118776 h 162687"/>
              <a:gd name="csX32" fmla="*/ 2171414 w 3465481"/>
              <a:gd name="csY32" fmla="*/ 100107 h 162687"/>
              <a:gd name="csX33" fmla="*/ 2165698 w 3465481"/>
              <a:gd name="csY33" fmla="*/ 76104 h 162687"/>
              <a:gd name="csX34" fmla="*/ 2149601 w 3465481"/>
              <a:gd name="csY34" fmla="*/ 60483 h 162687"/>
              <a:gd name="csX35" fmla="*/ 2125313 w 3465481"/>
              <a:gd name="csY35" fmla="*/ 54958 h 162687"/>
              <a:gd name="csX36" fmla="*/ 3008280 w 3465481"/>
              <a:gd name="csY36" fmla="*/ 54006 h 162687"/>
              <a:gd name="csX37" fmla="*/ 3008280 w 3465481"/>
              <a:gd name="csY37" fmla="*/ 96392 h 162687"/>
              <a:gd name="csX38" fmla="*/ 3033331 w 3465481"/>
              <a:gd name="csY38" fmla="*/ 96392 h 162687"/>
              <a:gd name="csX39" fmla="*/ 3052857 w 3465481"/>
              <a:gd name="csY39" fmla="*/ 90963 h 162687"/>
              <a:gd name="csX40" fmla="*/ 3059810 w 3465481"/>
              <a:gd name="csY40" fmla="*/ 75723 h 162687"/>
              <a:gd name="csX41" fmla="*/ 3053619 w 3465481"/>
              <a:gd name="csY41" fmla="*/ 59816 h 162687"/>
              <a:gd name="csX42" fmla="*/ 3034950 w 3465481"/>
              <a:gd name="csY42" fmla="*/ 54006 h 162687"/>
              <a:gd name="csX43" fmla="*/ 1064418 w 3465481"/>
              <a:gd name="csY43" fmla="*/ 40005 h 162687"/>
              <a:gd name="csX44" fmla="*/ 1151095 w 3465481"/>
              <a:gd name="csY44" fmla="*/ 40005 h 162687"/>
              <a:gd name="csX45" fmla="*/ 1151095 w 3465481"/>
              <a:gd name="csY45" fmla="*/ 67247 h 162687"/>
              <a:gd name="csX46" fmla="*/ 1095946 w 3465481"/>
              <a:gd name="csY46" fmla="*/ 67247 h 162687"/>
              <a:gd name="csX47" fmla="*/ 1095946 w 3465481"/>
              <a:gd name="csY47" fmla="*/ 86201 h 162687"/>
              <a:gd name="csX48" fmla="*/ 1141666 w 3465481"/>
              <a:gd name="csY48" fmla="*/ 86201 h 162687"/>
              <a:gd name="csX49" fmla="*/ 1141666 w 3465481"/>
              <a:gd name="csY49" fmla="*/ 111252 h 162687"/>
              <a:gd name="csX50" fmla="*/ 1095946 w 3465481"/>
              <a:gd name="csY50" fmla="*/ 111252 h 162687"/>
              <a:gd name="csX51" fmla="*/ 1095946 w 3465481"/>
              <a:gd name="csY51" fmla="*/ 132398 h 162687"/>
              <a:gd name="csX52" fmla="*/ 1151762 w 3465481"/>
              <a:gd name="csY52" fmla="*/ 132398 h 162687"/>
              <a:gd name="csX53" fmla="*/ 1151762 w 3465481"/>
              <a:gd name="csY53" fmla="*/ 160020 h 162687"/>
              <a:gd name="csX54" fmla="*/ 1064418 w 3465481"/>
              <a:gd name="csY54" fmla="*/ 160020 h 162687"/>
              <a:gd name="csX55" fmla="*/ 3400044 w 3465481"/>
              <a:gd name="csY55" fmla="*/ 40004 h 162687"/>
              <a:gd name="csX56" fmla="*/ 3416808 w 3465481"/>
              <a:gd name="csY56" fmla="*/ 40004 h 162687"/>
              <a:gd name="csX57" fmla="*/ 3465481 w 3465481"/>
              <a:gd name="csY57" fmla="*/ 160019 h 162687"/>
              <a:gd name="csX58" fmla="*/ 3447288 w 3465481"/>
              <a:gd name="csY58" fmla="*/ 160019 h 162687"/>
              <a:gd name="csX59" fmla="*/ 3435382 w 3465481"/>
              <a:gd name="csY59" fmla="*/ 129920 h 162687"/>
              <a:gd name="csX60" fmla="*/ 3381851 w 3465481"/>
              <a:gd name="csY60" fmla="*/ 129920 h 162687"/>
              <a:gd name="csX61" fmla="*/ 3370421 w 3465481"/>
              <a:gd name="csY61" fmla="*/ 160019 h 162687"/>
              <a:gd name="csX62" fmla="*/ 3352800 w 3465481"/>
              <a:gd name="csY62" fmla="*/ 160019 h 162687"/>
              <a:gd name="csX63" fmla="*/ 2992183 w 3465481"/>
              <a:gd name="csY63" fmla="*/ 40004 h 162687"/>
              <a:gd name="csX64" fmla="*/ 3036379 w 3465481"/>
              <a:gd name="csY64" fmla="*/ 40004 h 162687"/>
              <a:gd name="csX65" fmla="*/ 3057429 w 3465481"/>
              <a:gd name="csY65" fmla="*/ 44290 h 162687"/>
              <a:gd name="csX66" fmla="*/ 3071145 w 3465481"/>
              <a:gd name="csY66" fmla="*/ 56482 h 162687"/>
              <a:gd name="csX67" fmla="*/ 3076003 w 3465481"/>
              <a:gd name="csY67" fmla="*/ 75151 h 162687"/>
              <a:gd name="csX68" fmla="*/ 3072098 w 3465481"/>
              <a:gd name="csY68" fmla="*/ 91058 h 162687"/>
              <a:gd name="csX69" fmla="*/ 3060953 w 3465481"/>
              <a:gd name="csY69" fmla="*/ 102298 h 162687"/>
              <a:gd name="csX70" fmla="*/ 3044189 w 3465481"/>
              <a:gd name="csY70" fmla="*/ 108108 h 162687"/>
              <a:gd name="csX71" fmla="*/ 3081623 w 3465481"/>
              <a:gd name="csY71" fmla="*/ 160019 h 162687"/>
              <a:gd name="csX72" fmla="*/ 3061906 w 3465481"/>
              <a:gd name="csY72" fmla="*/ 160019 h 162687"/>
              <a:gd name="csX73" fmla="*/ 3026568 w 3465481"/>
              <a:gd name="csY73" fmla="*/ 110203 h 162687"/>
              <a:gd name="csX74" fmla="*/ 3008280 w 3465481"/>
              <a:gd name="csY74" fmla="*/ 110203 h 162687"/>
              <a:gd name="csX75" fmla="*/ 3008280 w 3465481"/>
              <a:gd name="csY75" fmla="*/ 160019 h 162687"/>
              <a:gd name="csX76" fmla="*/ 2992183 w 3465481"/>
              <a:gd name="csY76" fmla="*/ 160019 h 162687"/>
              <a:gd name="csX77" fmla="*/ 2836449 w 3465481"/>
              <a:gd name="csY77" fmla="*/ 40004 h 162687"/>
              <a:gd name="csX78" fmla="*/ 2853213 w 3465481"/>
              <a:gd name="csY78" fmla="*/ 40004 h 162687"/>
              <a:gd name="csX79" fmla="*/ 2901886 w 3465481"/>
              <a:gd name="csY79" fmla="*/ 160019 h 162687"/>
              <a:gd name="csX80" fmla="*/ 2883693 w 3465481"/>
              <a:gd name="csY80" fmla="*/ 160019 h 162687"/>
              <a:gd name="csX81" fmla="*/ 2871787 w 3465481"/>
              <a:gd name="csY81" fmla="*/ 129920 h 162687"/>
              <a:gd name="csX82" fmla="*/ 2818256 w 3465481"/>
              <a:gd name="csY82" fmla="*/ 129920 h 162687"/>
              <a:gd name="csX83" fmla="*/ 2806826 w 3465481"/>
              <a:gd name="csY83" fmla="*/ 160019 h 162687"/>
              <a:gd name="csX84" fmla="*/ 2789205 w 3465481"/>
              <a:gd name="csY84" fmla="*/ 160019 h 162687"/>
              <a:gd name="csX85" fmla="*/ 2575559 w 3465481"/>
              <a:gd name="csY85" fmla="*/ 40004 h 162687"/>
              <a:gd name="csX86" fmla="*/ 2591275 w 3465481"/>
              <a:gd name="csY86" fmla="*/ 40004 h 162687"/>
              <a:gd name="csX87" fmla="*/ 2638228 w 3465481"/>
              <a:gd name="csY87" fmla="*/ 115878 h 162687"/>
              <a:gd name="csX88" fmla="*/ 2635186 w 3465481"/>
              <a:gd name="csY88" fmla="*/ 120967 h 162687"/>
              <a:gd name="csX89" fmla="*/ 2641377 w 3465481"/>
              <a:gd name="csY89" fmla="*/ 120967 h 162687"/>
              <a:gd name="csX90" fmla="*/ 2638228 w 3465481"/>
              <a:gd name="csY90" fmla="*/ 115878 h 162687"/>
              <a:gd name="csX91" fmla="*/ 2683572 w 3465481"/>
              <a:gd name="csY91" fmla="*/ 40004 h 162687"/>
              <a:gd name="csX92" fmla="*/ 2698813 w 3465481"/>
              <a:gd name="csY92" fmla="*/ 40004 h 162687"/>
              <a:gd name="csX93" fmla="*/ 2698813 w 3465481"/>
              <a:gd name="csY93" fmla="*/ 160019 h 162687"/>
              <a:gd name="csX94" fmla="*/ 2683001 w 3465481"/>
              <a:gd name="csY94" fmla="*/ 160019 h 162687"/>
              <a:gd name="csX95" fmla="*/ 2683180 w 3465481"/>
              <a:gd name="csY95" fmla="*/ 68112 h 162687"/>
              <a:gd name="csX96" fmla="*/ 2686335 w 3465481"/>
              <a:gd name="csY96" fmla="*/ 62959 h 162687"/>
              <a:gd name="csX97" fmla="*/ 2683192 w 3465481"/>
              <a:gd name="csY97" fmla="*/ 61912 h 162687"/>
              <a:gd name="csX98" fmla="*/ 2683180 w 3465481"/>
              <a:gd name="csY98" fmla="*/ 68112 h 162687"/>
              <a:gd name="csX99" fmla="*/ 2643472 w 3465481"/>
              <a:gd name="csY99" fmla="*/ 132968 h 162687"/>
              <a:gd name="csX100" fmla="*/ 2630995 w 3465481"/>
              <a:gd name="csY100" fmla="*/ 132968 h 162687"/>
              <a:gd name="csX101" fmla="*/ 2590142 w 3465481"/>
              <a:gd name="csY101" fmla="*/ 66975 h 162687"/>
              <a:gd name="csX102" fmla="*/ 2590132 w 3465481"/>
              <a:gd name="csY102" fmla="*/ 61912 h 162687"/>
              <a:gd name="csX103" fmla="*/ 2587656 w 3465481"/>
              <a:gd name="csY103" fmla="*/ 62959 h 162687"/>
              <a:gd name="csX104" fmla="*/ 2590142 w 3465481"/>
              <a:gd name="csY104" fmla="*/ 66975 h 162687"/>
              <a:gd name="csX105" fmla="*/ 2590323 w 3465481"/>
              <a:gd name="csY105" fmla="*/ 160019 h 162687"/>
              <a:gd name="csX106" fmla="*/ 2575559 w 3465481"/>
              <a:gd name="csY106" fmla="*/ 160019 h 162687"/>
              <a:gd name="csX107" fmla="*/ 2284952 w 3465481"/>
              <a:gd name="csY107" fmla="*/ 40004 h 162687"/>
              <a:gd name="csX108" fmla="*/ 2360199 w 3465481"/>
              <a:gd name="csY108" fmla="*/ 40004 h 162687"/>
              <a:gd name="csX109" fmla="*/ 2360199 w 3465481"/>
              <a:gd name="csY109" fmla="*/ 54387 h 162687"/>
              <a:gd name="csX110" fmla="*/ 2301049 w 3465481"/>
              <a:gd name="csY110" fmla="*/ 54387 h 162687"/>
              <a:gd name="csX111" fmla="*/ 2301049 w 3465481"/>
              <a:gd name="csY111" fmla="*/ 90106 h 162687"/>
              <a:gd name="csX112" fmla="*/ 2352580 w 3465481"/>
              <a:gd name="csY112" fmla="*/ 90106 h 162687"/>
              <a:gd name="csX113" fmla="*/ 2352580 w 3465481"/>
              <a:gd name="csY113" fmla="*/ 103917 h 162687"/>
              <a:gd name="csX114" fmla="*/ 2301049 w 3465481"/>
              <a:gd name="csY114" fmla="*/ 103917 h 162687"/>
              <a:gd name="csX115" fmla="*/ 2301049 w 3465481"/>
              <a:gd name="csY115" fmla="*/ 145541 h 162687"/>
              <a:gd name="csX116" fmla="*/ 2360771 w 3465481"/>
              <a:gd name="csY116" fmla="*/ 145541 h 162687"/>
              <a:gd name="csX117" fmla="*/ 2360771 w 3465481"/>
              <a:gd name="csY117" fmla="*/ 160019 h 162687"/>
              <a:gd name="csX118" fmla="*/ 2284952 w 3465481"/>
              <a:gd name="csY118" fmla="*/ 160019 h 162687"/>
              <a:gd name="csX119" fmla="*/ 2091594 w 3465481"/>
              <a:gd name="csY119" fmla="*/ 40004 h 162687"/>
              <a:gd name="csX120" fmla="*/ 2127884 w 3465481"/>
              <a:gd name="csY120" fmla="*/ 40004 h 162687"/>
              <a:gd name="csX121" fmla="*/ 2159126 w 3465481"/>
              <a:gd name="csY121" fmla="*/ 47624 h 162687"/>
              <a:gd name="csX122" fmla="*/ 2180462 w 3465481"/>
              <a:gd name="csY122" fmla="*/ 68865 h 162687"/>
              <a:gd name="csX123" fmla="*/ 2188177 w 3465481"/>
              <a:gd name="csY123" fmla="*/ 100012 h 162687"/>
              <a:gd name="csX124" fmla="*/ 2183796 w 3465481"/>
              <a:gd name="csY124" fmla="*/ 124110 h 162687"/>
              <a:gd name="csX125" fmla="*/ 2171318 w 3465481"/>
              <a:gd name="csY125" fmla="*/ 143065 h 162687"/>
              <a:gd name="csX126" fmla="*/ 2152173 w 3465481"/>
              <a:gd name="csY126" fmla="*/ 155447 h 162687"/>
              <a:gd name="csX127" fmla="*/ 2127884 w 3465481"/>
              <a:gd name="csY127" fmla="*/ 159829 h 162687"/>
              <a:gd name="csX128" fmla="*/ 2091594 w 3465481"/>
              <a:gd name="csY128" fmla="*/ 159829 h 162687"/>
              <a:gd name="csX129" fmla="*/ 1806892 w 3465481"/>
              <a:gd name="csY129" fmla="*/ 40004 h 162687"/>
              <a:gd name="csX130" fmla="*/ 1843944 w 3465481"/>
              <a:gd name="csY130" fmla="*/ 40004 h 162687"/>
              <a:gd name="csX131" fmla="*/ 1888331 w 3465481"/>
              <a:gd name="csY131" fmla="*/ 160019 h 162687"/>
              <a:gd name="csX132" fmla="*/ 1852803 w 3465481"/>
              <a:gd name="csY132" fmla="*/ 160019 h 162687"/>
              <a:gd name="csX133" fmla="*/ 1845278 w 3465481"/>
              <a:gd name="csY133" fmla="*/ 137159 h 162687"/>
              <a:gd name="csX134" fmla="*/ 1804701 w 3465481"/>
              <a:gd name="csY134" fmla="*/ 137159 h 162687"/>
              <a:gd name="csX135" fmla="*/ 1797272 w 3465481"/>
              <a:gd name="csY135" fmla="*/ 160019 h 162687"/>
              <a:gd name="csX136" fmla="*/ 1762601 w 3465481"/>
              <a:gd name="csY136" fmla="*/ 160019 h 162687"/>
              <a:gd name="csX137" fmla="*/ 1645253 w 3465481"/>
              <a:gd name="csY137" fmla="*/ 40004 h 162687"/>
              <a:gd name="csX138" fmla="*/ 1676781 w 3465481"/>
              <a:gd name="csY138" fmla="*/ 40004 h 162687"/>
              <a:gd name="csX139" fmla="*/ 1676781 w 3465481"/>
              <a:gd name="csY139" fmla="*/ 160019 h 162687"/>
              <a:gd name="csX140" fmla="*/ 1645253 w 3465481"/>
              <a:gd name="csY140" fmla="*/ 160019 h 162687"/>
              <a:gd name="csX141" fmla="*/ 1246632 w 3465481"/>
              <a:gd name="csY141" fmla="*/ 40004 h 162687"/>
              <a:gd name="csX142" fmla="*/ 1277969 w 3465481"/>
              <a:gd name="csY142" fmla="*/ 40004 h 162687"/>
              <a:gd name="csX143" fmla="*/ 1323689 w 3465481"/>
              <a:gd name="csY143" fmla="*/ 108965 h 162687"/>
              <a:gd name="csX144" fmla="*/ 1323689 w 3465481"/>
              <a:gd name="csY144" fmla="*/ 40004 h 162687"/>
              <a:gd name="csX145" fmla="*/ 1354169 w 3465481"/>
              <a:gd name="csY145" fmla="*/ 40004 h 162687"/>
              <a:gd name="csX146" fmla="*/ 1354169 w 3465481"/>
              <a:gd name="csY146" fmla="*/ 160019 h 162687"/>
              <a:gd name="csX147" fmla="*/ 1322832 w 3465481"/>
              <a:gd name="csY147" fmla="*/ 160019 h 162687"/>
              <a:gd name="csX148" fmla="*/ 1277112 w 3465481"/>
              <a:gd name="csY148" fmla="*/ 90010 h 162687"/>
              <a:gd name="csX149" fmla="*/ 1277112 w 3465481"/>
              <a:gd name="csY149" fmla="*/ 160019 h 162687"/>
              <a:gd name="csX150" fmla="*/ 1246632 w 3465481"/>
              <a:gd name="csY150" fmla="*/ 160019 h 162687"/>
              <a:gd name="csX151" fmla="*/ 933640 w 3465481"/>
              <a:gd name="csY151" fmla="*/ 40004 h 162687"/>
              <a:gd name="csX152" fmla="*/ 965168 w 3465481"/>
              <a:gd name="csY152" fmla="*/ 40004 h 162687"/>
              <a:gd name="csX153" fmla="*/ 965168 w 3465481"/>
              <a:gd name="csY153" fmla="*/ 160019 h 162687"/>
              <a:gd name="csX154" fmla="*/ 933640 w 3465481"/>
              <a:gd name="csY154" fmla="*/ 160019 h 162687"/>
              <a:gd name="csX155" fmla="*/ 742568 w 3465481"/>
              <a:gd name="csY155" fmla="*/ 40004 h 162687"/>
              <a:gd name="csX156" fmla="*/ 792384 w 3465481"/>
              <a:gd name="csY156" fmla="*/ 40004 h 162687"/>
              <a:gd name="csX157" fmla="*/ 816387 w 3465481"/>
              <a:gd name="csY157" fmla="*/ 44386 h 162687"/>
              <a:gd name="csX158" fmla="*/ 832293 w 3465481"/>
              <a:gd name="csY158" fmla="*/ 57054 h 162687"/>
              <a:gd name="csX159" fmla="*/ 837913 w 3465481"/>
              <a:gd name="csY159" fmla="*/ 77056 h 162687"/>
              <a:gd name="csX160" fmla="*/ 834675 w 3465481"/>
              <a:gd name="csY160" fmla="*/ 92487 h 162687"/>
              <a:gd name="csX161" fmla="*/ 826007 w 3465481"/>
              <a:gd name="csY161" fmla="*/ 103726 h 162687"/>
              <a:gd name="csX162" fmla="*/ 813720 w 3465481"/>
              <a:gd name="csY162" fmla="*/ 110584 h 162687"/>
              <a:gd name="csX163" fmla="*/ 844676 w 3465481"/>
              <a:gd name="csY163" fmla="*/ 160114 h 162687"/>
              <a:gd name="csX164" fmla="*/ 807433 w 3465481"/>
              <a:gd name="csY164" fmla="*/ 160114 h 162687"/>
              <a:gd name="csX165" fmla="*/ 782859 w 3465481"/>
              <a:gd name="csY165" fmla="*/ 117347 h 162687"/>
              <a:gd name="csX166" fmla="*/ 774286 w 3465481"/>
              <a:gd name="csY166" fmla="*/ 117347 h 162687"/>
              <a:gd name="csX167" fmla="*/ 774286 w 3465481"/>
              <a:gd name="csY167" fmla="*/ 160114 h 162687"/>
              <a:gd name="csX168" fmla="*/ 742759 w 3465481"/>
              <a:gd name="csY168" fmla="*/ 160114 h 162687"/>
              <a:gd name="csX169" fmla="*/ 742568 w 3465481"/>
              <a:gd name="csY169" fmla="*/ 160019 h 162687"/>
              <a:gd name="csX170" fmla="*/ 560355 w 3465481"/>
              <a:gd name="csY170" fmla="*/ 40004 h 162687"/>
              <a:gd name="csX171" fmla="*/ 647032 w 3465481"/>
              <a:gd name="csY171" fmla="*/ 40004 h 162687"/>
              <a:gd name="csX172" fmla="*/ 647032 w 3465481"/>
              <a:gd name="csY172" fmla="*/ 67246 h 162687"/>
              <a:gd name="csX173" fmla="*/ 591883 w 3465481"/>
              <a:gd name="csY173" fmla="*/ 67246 h 162687"/>
              <a:gd name="csX174" fmla="*/ 591883 w 3465481"/>
              <a:gd name="csY174" fmla="*/ 86200 h 162687"/>
              <a:gd name="csX175" fmla="*/ 637603 w 3465481"/>
              <a:gd name="csY175" fmla="*/ 86200 h 162687"/>
              <a:gd name="csX176" fmla="*/ 637603 w 3465481"/>
              <a:gd name="csY176" fmla="*/ 111251 h 162687"/>
              <a:gd name="csX177" fmla="*/ 591883 w 3465481"/>
              <a:gd name="csY177" fmla="*/ 111251 h 162687"/>
              <a:gd name="csX178" fmla="*/ 591883 w 3465481"/>
              <a:gd name="csY178" fmla="*/ 132397 h 162687"/>
              <a:gd name="csX179" fmla="*/ 647699 w 3465481"/>
              <a:gd name="csY179" fmla="*/ 132397 h 162687"/>
              <a:gd name="csX180" fmla="*/ 647699 w 3465481"/>
              <a:gd name="csY180" fmla="*/ 160019 h 162687"/>
              <a:gd name="csX181" fmla="*/ 560355 w 3465481"/>
              <a:gd name="csY181" fmla="*/ 160019 h 162687"/>
              <a:gd name="csX182" fmla="*/ 374332 w 3465481"/>
              <a:gd name="csY182" fmla="*/ 40004 h 162687"/>
              <a:gd name="csX183" fmla="*/ 424053 w 3465481"/>
              <a:gd name="csY183" fmla="*/ 40004 h 162687"/>
              <a:gd name="csX184" fmla="*/ 448246 w 3465481"/>
              <a:gd name="csY184" fmla="*/ 44767 h 162687"/>
              <a:gd name="csX185" fmla="*/ 465010 w 3465481"/>
              <a:gd name="csY185" fmla="*/ 58673 h 162687"/>
              <a:gd name="csX186" fmla="*/ 471106 w 3465481"/>
              <a:gd name="csY186" fmla="*/ 80485 h 162687"/>
              <a:gd name="csX187" fmla="*/ 465486 w 3465481"/>
              <a:gd name="csY187" fmla="*/ 102488 h 162687"/>
              <a:gd name="csX188" fmla="*/ 449199 w 3465481"/>
              <a:gd name="csY188" fmla="*/ 116299 h 162687"/>
              <a:gd name="csX189" fmla="*/ 423386 w 3465481"/>
              <a:gd name="csY189" fmla="*/ 121062 h 162687"/>
              <a:gd name="csX190" fmla="*/ 405955 w 3465481"/>
              <a:gd name="csY190" fmla="*/ 121062 h 162687"/>
              <a:gd name="csX191" fmla="*/ 405955 w 3465481"/>
              <a:gd name="csY191" fmla="*/ 160019 h 162687"/>
              <a:gd name="csX192" fmla="*/ 374427 w 3465481"/>
              <a:gd name="csY192" fmla="*/ 160019 h 162687"/>
              <a:gd name="csX193" fmla="*/ 374332 w 3465481"/>
              <a:gd name="csY193" fmla="*/ 160019 h 162687"/>
              <a:gd name="csX194" fmla="*/ 171544 w 3465481"/>
              <a:gd name="csY194" fmla="*/ 40004 h 162687"/>
              <a:gd name="csX195" fmla="*/ 209549 w 3465481"/>
              <a:gd name="csY195" fmla="*/ 40004 h 162687"/>
              <a:gd name="csX196" fmla="*/ 229266 w 3465481"/>
              <a:gd name="csY196" fmla="*/ 74866 h 162687"/>
              <a:gd name="csX197" fmla="*/ 249364 w 3465481"/>
              <a:gd name="csY197" fmla="*/ 40004 h 162687"/>
              <a:gd name="csX198" fmla="*/ 286416 w 3465481"/>
              <a:gd name="csY198" fmla="*/ 40004 h 162687"/>
              <a:gd name="csX199" fmla="*/ 250888 w 3465481"/>
              <a:gd name="csY199" fmla="*/ 99535 h 162687"/>
              <a:gd name="csX200" fmla="*/ 287178 w 3465481"/>
              <a:gd name="csY200" fmla="*/ 160019 h 162687"/>
              <a:gd name="csX201" fmla="*/ 248792 w 3465481"/>
              <a:gd name="csY201" fmla="*/ 160019 h 162687"/>
              <a:gd name="csX202" fmla="*/ 228123 w 3465481"/>
              <a:gd name="csY202" fmla="*/ 122967 h 162687"/>
              <a:gd name="csX203" fmla="*/ 207739 w 3465481"/>
              <a:gd name="csY203" fmla="*/ 160019 h 162687"/>
              <a:gd name="csX204" fmla="*/ 170306 w 3465481"/>
              <a:gd name="csY204" fmla="*/ 160019 h 162687"/>
              <a:gd name="csX205" fmla="*/ 170211 w 3465481"/>
              <a:gd name="csY205" fmla="*/ 160019 h 162687"/>
              <a:gd name="csX206" fmla="*/ 206787 w 3465481"/>
              <a:gd name="csY206" fmla="*/ 98964 h 162687"/>
              <a:gd name="csX207" fmla="*/ 0 w 3465481"/>
              <a:gd name="csY207" fmla="*/ 40004 h 162687"/>
              <a:gd name="csX208" fmla="*/ 86678 w 3465481"/>
              <a:gd name="csY208" fmla="*/ 40004 h 162687"/>
              <a:gd name="csX209" fmla="*/ 86678 w 3465481"/>
              <a:gd name="csY209" fmla="*/ 67246 h 162687"/>
              <a:gd name="csX210" fmla="*/ 31528 w 3465481"/>
              <a:gd name="csY210" fmla="*/ 67246 h 162687"/>
              <a:gd name="csX211" fmla="*/ 31528 w 3465481"/>
              <a:gd name="csY211" fmla="*/ 86200 h 162687"/>
              <a:gd name="csX212" fmla="*/ 77248 w 3465481"/>
              <a:gd name="csY212" fmla="*/ 86200 h 162687"/>
              <a:gd name="csX213" fmla="*/ 77248 w 3465481"/>
              <a:gd name="csY213" fmla="*/ 111251 h 162687"/>
              <a:gd name="csX214" fmla="*/ 31528 w 3465481"/>
              <a:gd name="csY214" fmla="*/ 111251 h 162687"/>
              <a:gd name="csX215" fmla="*/ 31528 w 3465481"/>
              <a:gd name="csY215" fmla="*/ 132397 h 162687"/>
              <a:gd name="csX216" fmla="*/ 87344 w 3465481"/>
              <a:gd name="csY216" fmla="*/ 132397 h 162687"/>
              <a:gd name="csX217" fmla="*/ 87344 w 3465481"/>
              <a:gd name="csY217" fmla="*/ 160019 h 162687"/>
              <a:gd name="csX218" fmla="*/ 0 w 3465481"/>
              <a:gd name="csY218" fmla="*/ 160019 h 162687"/>
              <a:gd name="csX219" fmla="*/ 3229641 w 3465481"/>
              <a:gd name="csY219" fmla="*/ 37528 h 162687"/>
              <a:gd name="csX220" fmla="*/ 3252882 w 3465481"/>
              <a:gd name="csY220" fmla="*/ 40862 h 162687"/>
              <a:gd name="csX221" fmla="*/ 3270027 w 3465481"/>
              <a:gd name="csY221" fmla="*/ 50196 h 162687"/>
              <a:gd name="csX222" fmla="*/ 3261454 w 3465481"/>
              <a:gd name="csY222" fmla="*/ 63436 h 162687"/>
              <a:gd name="csX223" fmla="*/ 3247929 w 3465481"/>
              <a:gd name="csY223" fmla="*/ 55626 h 162687"/>
              <a:gd name="csX224" fmla="*/ 3230879 w 3465481"/>
              <a:gd name="csY224" fmla="*/ 53054 h 162687"/>
              <a:gd name="csX225" fmla="*/ 3211734 w 3465481"/>
              <a:gd name="csY225" fmla="*/ 56292 h 162687"/>
              <a:gd name="csX226" fmla="*/ 3197065 w 3465481"/>
              <a:gd name="csY226" fmla="*/ 65722 h 162687"/>
              <a:gd name="csX227" fmla="*/ 3187731 w 3465481"/>
              <a:gd name="csY227" fmla="*/ 80486 h 162687"/>
              <a:gd name="csX228" fmla="*/ 3184492 w 3465481"/>
              <a:gd name="csY228" fmla="*/ 99917 h 162687"/>
              <a:gd name="csX229" fmla="*/ 3190303 w 3465481"/>
              <a:gd name="csY229" fmla="*/ 125349 h 162687"/>
              <a:gd name="csX230" fmla="*/ 3206686 w 3465481"/>
              <a:gd name="csY230" fmla="*/ 141446 h 162687"/>
              <a:gd name="csX231" fmla="*/ 3231831 w 3465481"/>
              <a:gd name="csY231" fmla="*/ 146970 h 162687"/>
              <a:gd name="csX232" fmla="*/ 3249834 w 3465481"/>
              <a:gd name="csY232" fmla="*/ 144208 h 162687"/>
              <a:gd name="csX233" fmla="*/ 3266026 w 3465481"/>
              <a:gd name="csY233" fmla="*/ 135064 h 162687"/>
              <a:gd name="csX234" fmla="*/ 3273551 w 3465481"/>
              <a:gd name="csY234" fmla="*/ 148780 h 162687"/>
              <a:gd name="csX235" fmla="*/ 3253834 w 3465481"/>
              <a:gd name="csY235" fmla="*/ 159162 h 162687"/>
              <a:gd name="csX236" fmla="*/ 3229641 w 3465481"/>
              <a:gd name="csY236" fmla="*/ 162687 h 162687"/>
              <a:gd name="csX237" fmla="*/ 3229450 w 3465481"/>
              <a:gd name="csY237" fmla="*/ 162591 h 162687"/>
              <a:gd name="csX238" fmla="*/ 3196875 w 3465481"/>
              <a:gd name="csY238" fmla="*/ 154876 h 162687"/>
              <a:gd name="csX239" fmla="*/ 3175253 w 3465481"/>
              <a:gd name="csY239" fmla="*/ 133064 h 162687"/>
              <a:gd name="csX240" fmla="*/ 3167633 w 3465481"/>
              <a:gd name="csY240" fmla="*/ 100107 h 162687"/>
              <a:gd name="csX241" fmla="*/ 3172205 w 3465481"/>
              <a:gd name="csY241" fmla="*/ 75057 h 162687"/>
              <a:gd name="csX242" fmla="*/ 3185064 w 3465481"/>
              <a:gd name="csY242" fmla="*/ 55245 h 162687"/>
              <a:gd name="csX243" fmla="*/ 3204780 w 3465481"/>
              <a:gd name="csY243" fmla="*/ 42195 h 162687"/>
              <a:gd name="csX244" fmla="*/ 3229641 w 3465481"/>
              <a:gd name="csY244" fmla="*/ 37528 h 162687"/>
              <a:gd name="csX245" fmla="*/ 1509712 w 3465481"/>
              <a:gd name="csY245" fmla="*/ 37528 h 162687"/>
              <a:gd name="csX246" fmla="*/ 1535525 w 3465481"/>
              <a:gd name="csY246" fmla="*/ 41433 h 162687"/>
              <a:gd name="csX247" fmla="*/ 1554289 w 3465481"/>
              <a:gd name="csY247" fmla="*/ 52577 h 162687"/>
              <a:gd name="csX248" fmla="*/ 1538668 w 3465481"/>
              <a:gd name="csY248" fmla="*/ 78485 h 162687"/>
              <a:gd name="csX249" fmla="*/ 1527048 w 3465481"/>
              <a:gd name="csY249" fmla="*/ 70866 h 162687"/>
              <a:gd name="csX250" fmla="*/ 1511807 w 3465481"/>
              <a:gd name="csY250" fmla="*/ 68294 h 162687"/>
              <a:gd name="csX251" fmla="*/ 1497901 w 3465481"/>
              <a:gd name="csY251" fmla="*/ 70485 h 162687"/>
              <a:gd name="csX252" fmla="*/ 1487709 w 3465481"/>
              <a:gd name="csY252" fmla="*/ 76866 h 162687"/>
              <a:gd name="csX253" fmla="*/ 1481327 w 3465481"/>
              <a:gd name="csY253" fmla="*/ 86868 h 162687"/>
              <a:gd name="csX254" fmla="*/ 1479137 w 3465481"/>
              <a:gd name="csY254" fmla="*/ 100107 h 162687"/>
              <a:gd name="csX255" fmla="*/ 1483042 w 3465481"/>
              <a:gd name="csY255" fmla="*/ 117157 h 162687"/>
              <a:gd name="csX256" fmla="*/ 1494377 w 3465481"/>
              <a:gd name="csY256" fmla="*/ 128111 h 162687"/>
              <a:gd name="csX257" fmla="*/ 1512284 w 3465481"/>
              <a:gd name="csY257" fmla="*/ 131921 h 162687"/>
              <a:gd name="csX258" fmla="*/ 1527714 w 3465481"/>
              <a:gd name="csY258" fmla="*/ 129540 h 162687"/>
              <a:gd name="csX259" fmla="*/ 1542478 w 3465481"/>
              <a:gd name="csY259" fmla="*/ 122015 h 162687"/>
              <a:gd name="csX260" fmla="*/ 1556861 w 3465481"/>
              <a:gd name="csY260" fmla="*/ 148399 h 162687"/>
              <a:gd name="csX261" fmla="*/ 1536858 w 3465481"/>
              <a:gd name="csY261" fmla="*/ 158686 h 162687"/>
              <a:gd name="csX262" fmla="*/ 1509140 w 3465481"/>
              <a:gd name="csY262" fmla="*/ 162687 h 162687"/>
              <a:gd name="csX263" fmla="*/ 1509331 w 3465481"/>
              <a:gd name="csY263" fmla="*/ 162591 h 162687"/>
              <a:gd name="csX264" fmla="*/ 1476374 w 3465481"/>
              <a:gd name="csY264" fmla="*/ 154971 h 162687"/>
              <a:gd name="csX265" fmla="*/ 1454086 w 3465481"/>
              <a:gd name="csY265" fmla="*/ 133445 h 162687"/>
              <a:gd name="csX266" fmla="*/ 1446085 w 3465481"/>
              <a:gd name="csY266" fmla="*/ 100488 h 162687"/>
              <a:gd name="csX267" fmla="*/ 1450752 w 3465481"/>
              <a:gd name="csY267" fmla="*/ 75057 h 162687"/>
              <a:gd name="csX268" fmla="*/ 1463992 w 3465481"/>
              <a:gd name="csY268" fmla="*/ 55054 h 162687"/>
              <a:gd name="csX269" fmla="*/ 1484185 w 3465481"/>
              <a:gd name="csY269" fmla="*/ 42100 h 162687"/>
              <a:gd name="csX270" fmla="*/ 1509712 w 3465481"/>
              <a:gd name="csY270" fmla="*/ 37528 h 162687"/>
              <a:gd name="csX271" fmla="*/ 1093374 w 3465481"/>
              <a:gd name="csY271" fmla="*/ 0 h 162687"/>
              <a:gd name="csX272" fmla="*/ 1121378 w 3465481"/>
              <a:gd name="csY272" fmla="*/ 0 h 162687"/>
              <a:gd name="csX273" fmla="*/ 1148143 w 3465481"/>
              <a:gd name="csY273" fmla="*/ 29813 h 162687"/>
              <a:gd name="csX274" fmla="*/ 1117663 w 3465481"/>
              <a:gd name="csY274" fmla="*/ 29813 h 162687"/>
              <a:gd name="csX275" fmla="*/ 1106995 w 3465481"/>
              <a:gd name="csY275" fmla="*/ 17526 h 162687"/>
              <a:gd name="csX276" fmla="*/ 1096136 w 3465481"/>
              <a:gd name="csY276" fmla="*/ 29813 h 162687"/>
              <a:gd name="csX277" fmla="*/ 1066704 w 3465481"/>
              <a:gd name="csY277" fmla="*/ 29813 h 162687"/>
              <a:gd name="csX278" fmla="*/ 1066609 w 3465481"/>
              <a:gd name="csY278" fmla="*/ 29813 h 162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</a:cxnLst>
            <a:rect l="l" t="t" r="r" b="b"/>
            <a:pathLst>
              <a:path w="3465481" h="162687">
                <a:moveTo>
                  <a:pt x="1824894" y="72961"/>
                </a:moveTo>
                <a:lnTo>
                  <a:pt x="1811655" y="110870"/>
                </a:lnTo>
                <a:lnTo>
                  <a:pt x="1838134" y="110870"/>
                </a:lnTo>
                <a:close/>
                <a:moveTo>
                  <a:pt x="405955" y="66960"/>
                </a:moveTo>
                <a:lnTo>
                  <a:pt x="405955" y="94963"/>
                </a:lnTo>
                <a:lnTo>
                  <a:pt x="422243" y="94963"/>
                </a:lnTo>
                <a:cubicBezTo>
                  <a:pt x="427672" y="94963"/>
                  <a:pt x="431958" y="93916"/>
                  <a:pt x="435006" y="91820"/>
                </a:cubicBezTo>
                <a:cubicBezTo>
                  <a:pt x="438054" y="89725"/>
                  <a:pt x="439578" y="86105"/>
                  <a:pt x="439578" y="81152"/>
                </a:cubicBezTo>
                <a:cubicBezTo>
                  <a:pt x="439578" y="76199"/>
                  <a:pt x="437959" y="72389"/>
                  <a:pt x="434816" y="70198"/>
                </a:cubicBezTo>
                <a:cubicBezTo>
                  <a:pt x="431673" y="68103"/>
                  <a:pt x="427482" y="66960"/>
                  <a:pt x="422433" y="66960"/>
                </a:cubicBezTo>
                <a:close/>
                <a:moveTo>
                  <a:pt x="774191" y="65722"/>
                </a:moveTo>
                <a:lnTo>
                  <a:pt x="774191" y="92296"/>
                </a:lnTo>
                <a:lnTo>
                  <a:pt x="788860" y="92296"/>
                </a:lnTo>
                <a:cubicBezTo>
                  <a:pt x="794193" y="92296"/>
                  <a:pt x="798385" y="91249"/>
                  <a:pt x="801433" y="89248"/>
                </a:cubicBezTo>
                <a:cubicBezTo>
                  <a:pt x="804481" y="87248"/>
                  <a:pt x="806005" y="83819"/>
                  <a:pt x="806005" y="79057"/>
                </a:cubicBezTo>
                <a:cubicBezTo>
                  <a:pt x="806005" y="74294"/>
                  <a:pt x="804576" y="70770"/>
                  <a:pt x="801623" y="68770"/>
                </a:cubicBezTo>
                <a:cubicBezTo>
                  <a:pt x="798670" y="66674"/>
                  <a:pt x="794574" y="65722"/>
                  <a:pt x="789336" y="65722"/>
                </a:cubicBezTo>
                <a:close/>
                <a:moveTo>
                  <a:pt x="3407854" y="60007"/>
                </a:moveTo>
                <a:lnTo>
                  <a:pt x="3386233" y="115918"/>
                </a:lnTo>
                <a:lnTo>
                  <a:pt x="3386328" y="115918"/>
                </a:lnTo>
                <a:lnTo>
                  <a:pt x="3430524" y="115918"/>
                </a:lnTo>
                <a:close/>
                <a:moveTo>
                  <a:pt x="2844355" y="60007"/>
                </a:moveTo>
                <a:lnTo>
                  <a:pt x="2822733" y="115918"/>
                </a:lnTo>
                <a:lnTo>
                  <a:pt x="2822828" y="115918"/>
                </a:lnTo>
                <a:lnTo>
                  <a:pt x="2867024" y="115918"/>
                </a:lnTo>
                <a:close/>
                <a:moveTo>
                  <a:pt x="2107786" y="54958"/>
                </a:moveTo>
                <a:lnTo>
                  <a:pt x="2107786" y="144970"/>
                </a:lnTo>
                <a:lnTo>
                  <a:pt x="2107691" y="145065"/>
                </a:lnTo>
                <a:lnTo>
                  <a:pt x="2125217" y="145065"/>
                </a:lnTo>
                <a:cubicBezTo>
                  <a:pt x="2132171" y="145065"/>
                  <a:pt x="2138457" y="144017"/>
                  <a:pt x="2144172" y="141922"/>
                </a:cubicBezTo>
                <a:cubicBezTo>
                  <a:pt x="2149792" y="139826"/>
                  <a:pt x="2154650" y="136873"/>
                  <a:pt x="2158745" y="132873"/>
                </a:cubicBezTo>
                <a:cubicBezTo>
                  <a:pt x="2162841" y="128968"/>
                  <a:pt x="2165889" y="124205"/>
                  <a:pt x="2168080" y="118776"/>
                </a:cubicBezTo>
                <a:cubicBezTo>
                  <a:pt x="2170271" y="113347"/>
                  <a:pt x="2171414" y="107060"/>
                  <a:pt x="2171414" y="100107"/>
                </a:cubicBezTo>
                <a:cubicBezTo>
                  <a:pt x="2171414" y="90868"/>
                  <a:pt x="2169509" y="82962"/>
                  <a:pt x="2165698" y="76104"/>
                </a:cubicBezTo>
                <a:cubicBezTo>
                  <a:pt x="2161889" y="69246"/>
                  <a:pt x="2156555" y="64102"/>
                  <a:pt x="2149601" y="60483"/>
                </a:cubicBezTo>
                <a:cubicBezTo>
                  <a:pt x="2142743" y="56863"/>
                  <a:pt x="2134647" y="54958"/>
                  <a:pt x="2125313" y="54958"/>
                </a:cubicBezTo>
                <a:close/>
                <a:moveTo>
                  <a:pt x="3008280" y="54006"/>
                </a:moveTo>
                <a:lnTo>
                  <a:pt x="3008280" y="96392"/>
                </a:lnTo>
                <a:lnTo>
                  <a:pt x="3033331" y="96392"/>
                </a:lnTo>
                <a:cubicBezTo>
                  <a:pt x="3041713" y="96392"/>
                  <a:pt x="3048190" y="94582"/>
                  <a:pt x="3052857" y="90963"/>
                </a:cubicBezTo>
                <a:cubicBezTo>
                  <a:pt x="3057524" y="87343"/>
                  <a:pt x="3059810" y="82295"/>
                  <a:pt x="3059810" y="75723"/>
                </a:cubicBezTo>
                <a:cubicBezTo>
                  <a:pt x="3059810" y="69151"/>
                  <a:pt x="3057715" y="63626"/>
                  <a:pt x="3053619" y="59816"/>
                </a:cubicBezTo>
                <a:cubicBezTo>
                  <a:pt x="3049523" y="56006"/>
                  <a:pt x="3043237" y="54006"/>
                  <a:pt x="3034950" y="54006"/>
                </a:cubicBezTo>
                <a:close/>
                <a:moveTo>
                  <a:pt x="1064418" y="40005"/>
                </a:moveTo>
                <a:lnTo>
                  <a:pt x="1151095" y="40005"/>
                </a:lnTo>
                <a:lnTo>
                  <a:pt x="1151095" y="67247"/>
                </a:lnTo>
                <a:lnTo>
                  <a:pt x="1095946" y="67247"/>
                </a:lnTo>
                <a:lnTo>
                  <a:pt x="1095946" y="86201"/>
                </a:lnTo>
                <a:lnTo>
                  <a:pt x="1141666" y="86201"/>
                </a:lnTo>
                <a:lnTo>
                  <a:pt x="1141666" y="111252"/>
                </a:lnTo>
                <a:lnTo>
                  <a:pt x="1095946" y="111252"/>
                </a:lnTo>
                <a:lnTo>
                  <a:pt x="1095946" y="132398"/>
                </a:lnTo>
                <a:lnTo>
                  <a:pt x="1151762" y="132398"/>
                </a:lnTo>
                <a:lnTo>
                  <a:pt x="1151762" y="160020"/>
                </a:lnTo>
                <a:lnTo>
                  <a:pt x="1064418" y="160020"/>
                </a:lnTo>
                <a:close/>
                <a:moveTo>
                  <a:pt x="3400044" y="40004"/>
                </a:moveTo>
                <a:lnTo>
                  <a:pt x="3416808" y="40004"/>
                </a:lnTo>
                <a:lnTo>
                  <a:pt x="3465481" y="160019"/>
                </a:lnTo>
                <a:lnTo>
                  <a:pt x="3447288" y="160019"/>
                </a:lnTo>
                <a:lnTo>
                  <a:pt x="3435382" y="129920"/>
                </a:lnTo>
                <a:lnTo>
                  <a:pt x="3381851" y="129920"/>
                </a:lnTo>
                <a:lnTo>
                  <a:pt x="3370421" y="160019"/>
                </a:lnTo>
                <a:lnTo>
                  <a:pt x="3352800" y="160019"/>
                </a:lnTo>
                <a:close/>
                <a:moveTo>
                  <a:pt x="2992183" y="40004"/>
                </a:moveTo>
                <a:lnTo>
                  <a:pt x="3036379" y="40004"/>
                </a:lnTo>
                <a:cubicBezTo>
                  <a:pt x="3044475" y="40004"/>
                  <a:pt x="3051524" y="41433"/>
                  <a:pt x="3057429" y="44290"/>
                </a:cubicBezTo>
                <a:cubicBezTo>
                  <a:pt x="3063334" y="47148"/>
                  <a:pt x="3067907" y="51244"/>
                  <a:pt x="3071145" y="56482"/>
                </a:cubicBezTo>
                <a:cubicBezTo>
                  <a:pt x="3074384" y="61721"/>
                  <a:pt x="3076003" y="68008"/>
                  <a:pt x="3076003" y="75151"/>
                </a:cubicBezTo>
                <a:cubicBezTo>
                  <a:pt x="3076003" y="81152"/>
                  <a:pt x="3074669" y="86486"/>
                  <a:pt x="3072098" y="91058"/>
                </a:cubicBezTo>
                <a:cubicBezTo>
                  <a:pt x="3069431" y="95630"/>
                  <a:pt x="3065716" y="99440"/>
                  <a:pt x="3060953" y="102298"/>
                </a:cubicBezTo>
                <a:cubicBezTo>
                  <a:pt x="3056191" y="105155"/>
                  <a:pt x="3050571" y="107155"/>
                  <a:pt x="3044189" y="108108"/>
                </a:cubicBezTo>
                <a:lnTo>
                  <a:pt x="3081623" y="160019"/>
                </a:lnTo>
                <a:lnTo>
                  <a:pt x="3061906" y="160019"/>
                </a:lnTo>
                <a:lnTo>
                  <a:pt x="3026568" y="110203"/>
                </a:lnTo>
                <a:lnTo>
                  <a:pt x="3008280" y="110203"/>
                </a:lnTo>
                <a:lnTo>
                  <a:pt x="3008280" y="160019"/>
                </a:lnTo>
                <a:lnTo>
                  <a:pt x="2992183" y="160019"/>
                </a:lnTo>
                <a:close/>
                <a:moveTo>
                  <a:pt x="2836449" y="40004"/>
                </a:moveTo>
                <a:lnTo>
                  <a:pt x="2853213" y="40004"/>
                </a:lnTo>
                <a:lnTo>
                  <a:pt x="2901886" y="160019"/>
                </a:lnTo>
                <a:lnTo>
                  <a:pt x="2883693" y="160019"/>
                </a:lnTo>
                <a:lnTo>
                  <a:pt x="2871787" y="129920"/>
                </a:lnTo>
                <a:lnTo>
                  <a:pt x="2818256" y="129920"/>
                </a:lnTo>
                <a:lnTo>
                  <a:pt x="2806826" y="160019"/>
                </a:lnTo>
                <a:lnTo>
                  <a:pt x="2789205" y="160019"/>
                </a:lnTo>
                <a:close/>
                <a:moveTo>
                  <a:pt x="2575559" y="40004"/>
                </a:moveTo>
                <a:lnTo>
                  <a:pt x="2591275" y="40004"/>
                </a:lnTo>
                <a:lnTo>
                  <a:pt x="2638228" y="115878"/>
                </a:lnTo>
                <a:lnTo>
                  <a:pt x="2635186" y="120967"/>
                </a:lnTo>
                <a:lnTo>
                  <a:pt x="2641377" y="120967"/>
                </a:lnTo>
                <a:lnTo>
                  <a:pt x="2638228" y="115878"/>
                </a:lnTo>
                <a:lnTo>
                  <a:pt x="2683572" y="40004"/>
                </a:lnTo>
                <a:lnTo>
                  <a:pt x="2698813" y="40004"/>
                </a:lnTo>
                <a:lnTo>
                  <a:pt x="2698813" y="160019"/>
                </a:lnTo>
                <a:lnTo>
                  <a:pt x="2683001" y="160019"/>
                </a:lnTo>
                <a:lnTo>
                  <a:pt x="2683180" y="68112"/>
                </a:lnTo>
                <a:lnTo>
                  <a:pt x="2686335" y="62959"/>
                </a:lnTo>
                <a:lnTo>
                  <a:pt x="2683192" y="61912"/>
                </a:lnTo>
                <a:lnTo>
                  <a:pt x="2683180" y="68112"/>
                </a:lnTo>
                <a:lnTo>
                  <a:pt x="2643472" y="132968"/>
                </a:lnTo>
                <a:lnTo>
                  <a:pt x="2630995" y="132968"/>
                </a:lnTo>
                <a:lnTo>
                  <a:pt x="2590142" y="66975"/>
                </a:lnTo>
                <a:lnTo>
                  <a:pt x="2590132" y="61912"/>
                </a:lnTo>
                <a:lnTo>
                  <a:pt x="2587656" y="62959"/>
                </a:lnTo>
                <a:lnTo>
                  <a:pt x="2590142" y="66975"/>
                </a:lnTo>
                <a:lnTo>
                  <a:pt x="2590323" y="160019"/>
                </a:lnTo>
                <a:lnTo>
                  <a:pt x="2575559" y="160019"/>
                </a:lnTo>
                <a:close/>
                <a:moveTo>
                  <a:pt x="2284952" y="40004"/>
                </a:moveTo>
                <a:lnTo>
                  <a:pt x="2360199" y="40004"/>
                </a:lnTo>
                <a:lnTo>
                  <a:pt x="2360199" y="54387"/>
                </a:lnTo>
                <a:lnTo>
                  <a:pt x="2301049" y="54387"/>
                </a:lnTo>
                <a:lnTo>
                  <a:pt x="2301049" y="90106"/>
                </a:lnTo>
                <a:lnTo>
                  <a:pt x="2352580" y="90106"/>
                </a:lnTo>
                <a:lnTo>
                  <a:pt x="2352580" y="103917"/>
                </a:lnTo>
                <a:lnTo>
                  <a:pt x="2301049" y="103917"/>
                </a:lnTo>
                <a:lnTo>
                  <a:pt x="2301049" y="145541"/>
                </a:lnTo>
                <a:lnTo>
                  <a:pt x="2360771" y="145541"/>
                </a:lnTo>
                <a:lnTo>
                  <a:pt x="2360771" y="160019"/>
                </a:lnTo>
                <a:lnTo>
                  <a:pt x="2284952" y="160019"/>
                </a:lnTo>
                <a:close/>
                <a:moveTo>
                  <a:pt x="2091594" y="40004"/>
                </a:moveTo>
                <a:lnTo>
                  <a:pt x="2127884" y="40004"/>
                </a:lnTo>
                <a:cubicBezTo>
                  <a:pt x="2139695" y="40004"/>
                  <a:pt x="2150077" y="42576"/>
                  <a:pt x="2159126" y="47624"/>
                </a:cubicBezTo>
                <a:cubicBezTo>
                  <a:pt x="2168175" y="52672"/>
                  <a:pt x="2175319" y="59816"/>
                  <a:pt x="2180462" y="68865"/>
                </a:cubicBezTo>
                <a:cubicBezTo>
                  <a:pt x="2185606" y="77914"/>
                  <a:pt x="2188177" y="88296"/>
                  <a:pt x="2188177" y="100012"/>
                </a:cubicBezTo>
                <a:cubicBezTo>
                  <a:pt x="2188177" y="108775"/>
                  <a:pt x="2186749" y="116776"/>
                  <a:pt x="2183796" y="124110"/>
                </a:cubicBezTo>
                <a:cubicBezTo>
                  <a:pt x="2180843" y="131444"/>
                  <a:pt x="2176748" y="137731"/>
                  <a:pt x="2171318" y="143065"/>
                </a:cubicBezTo>
                <a:cubicBezTo>
                  <a:pt x="2165984" y="148399"/>
                  <a:pt x="2159602" y="152590"/>
                  <a:pt x="2152173" y="155447"/>
                </a:cubicBezTo>
                <a:cubicBezTo>
                  <a:pt x="2144839" y="158400"/>
                  <a:pt x="2136743" y="159829"/>
                  <a:pt x="2127884" y="159829"/>
                </a:cubicBezTo>
                <a:lnTo>
                  <a:pt x="2091594" y="159829"/>
                </a:lnTo>
                <a:close/>
                <a:moveTo>
                  <a:pt x="1806892" y="40004"/>
                </a:moveTo>
                <a:lnTo>
                  <a:pt x="1843944" y="40004"/>
                </a:lnTo>
                <a:lnTo>
                  <a:pt x="1888331" y="160019"/>
                </a:lnTo>
                <a:lnTo>
                  <a:pt x="1852803" y="160019"/>
                </a:lnTo>
                <a:lnTo>
                  <a:pt x="1845278" y="137159"/>
                </a:lnTo>
                <a:lnTo>
                  <a:pt x="1804701" y="137159"/>
                </a:lnTo>
                <a:lnTo>
                  <a:pt x="1797272" y="160019"/>
                </a:lnTo>
                <a:lnTo>
                  <a:pt x="1762601" y="160019"/>
                </a:lnTo>
                <a:close/>
                <a:moveTo>
                  <a:pt x="1645253" y="40004"/>
                </a:moveTo>
                <a:lnTo>
                  <a:pt x="1676781" y="40004"/>
                </a:lnTo>
                <a:lnTo>
                  <a:pt x="1676781" y="160019"/>
                </a:lnTo>
                <a:lnTo>
                  <a:pt x="1645253" y="160019"/>
                </a:lnTo>
                <a:close/>
                <a:moveTo>
                  <a:pt x="1246632" y="40004"/>
                </a:moveTo>
                <a:lnTo>
                  <a:pt x="1277969" y="40004"/>
                </a:lnTo>
                <a:lnTo>
                  <a:pt x="1323689" y="108965"/>
                </a:lnTo>
                <a:lnTo>
                  <a:pt x="1323689" y="40004"/>
                </a:lnTo>
                <a:lnTo>
                  <a:pt x="1354169" y="40004"/>
                </a:lnTo>
                <a:lnTo>
                  <a:pt x="1354169" y="160019"/>
                </a:lnTo>
                <a:lnTo>
                  <a:pt x="1322832" y="160019"/>
                </a:lnTo>
                <a:lnTo>
                  <a:pt x="1277112" y="90010"/>
                </a:lnTo>
                <a:lnTo>
                  <a:pt x="1277112" y="160019"/>
                </a:lnTo>
                <a:lnTo>
                  <a:pt x="1246632" y="160019"/>
                </a:lnTo>
                <a:close/>
                <a:moveTo>
                  <a:pt x="933640" y="40004"/>
                </a:moveTo>
                <a:lnTo>
                  <a:pt x="965168" y="40004"/>
                </a:lnTo>
                <a:lnTo>
                  <a:pt x="965168" y="160019"/>
                </a:lnTo>
                <a:lnTo>
                  <a:pt x="933640" y="160019"/>
                </a:lnTo>
                <a:close/>
                <a:moveTo>
                  <a:pt x="742568" y="40004"/>
                </a:moveTo>
                <a:lnTo>
                  <a:pt x="792384" y="40004"/>
                </a:lnTo>
                <a:cubicBezTo>
                  <a:pt x="801528" y="40004"/>
                  <a:pt x="809529" y="41433"/>
                  <a:pt x="816387" y="44386"/>
                </a:cubicBezTo>
                <a:cubicBezTo>
                  <a:pt x="823245" y="47243"/>
                  <a:pt x="828484" y="51529"/>
                  <a:pt x="832293" y="57054"/>
                </a:cubicBezTo>
                <a:cubicBezTo>
                  <a:pt x="836008" y="62578"/>
                  <a:pt x="837913" y="69246"/>
                  <a:pt x="837913" y="77056"/>
                </a:cubicBezTo>
                <a:cubicBezTo>
                  <a:pt x="837913" y="82867"/>
                  <a:pt x="836866" y="88010"/>
                  <a:pt x="834675" y="92487"/>
                </a:cubicBezTo>
                <a:cubicBezTo>
                  <a:pt x="832484" y="96868"/>
                  <a:pt x="829626" y="100678"/>
                  <a:pt x="826007" y="103726"/>
                </a:cubicBezTo>
                <a:cubicBezTo>
                  <a:pt x="822387" y="106774"/>
                  <a:pt x="818292" y="109060"/>
                  <a:pt x="813720" y="110584"/>
                </a:cubicBezTo>
                <a:lnTo>
                  <a:pt x="844676" y="160114"/>
                </a:lnTo>
                <a:lnTo>
                  <a:pt x="807433" y="160114"/>
                </a:lnTo>
                <a:lnTo>
                  <a:pt x="782859" y="117347"/>
                </a:lnTo>
                <a:lnTo>
                  <a:pt x="774286" y="117347"/>
                </a:lnTo>
                <a:lnTo>
                  <a:pt x="774286" y="160114"/>
                </a:lnTo>
                <a:lnTo>
                  <a:pt x="742759" y="160114"/>
                </a:lnTo>
                <a:lnTo>
                  <a:pt x="742568" y="160019"/>
                </a:lnTo>
                <a:close/>
                <a:moveTo>
                  <a:pt x="560355" y="40004"/>
                </a:moveTo>
                <a:lnTo>
                  <a:pt x="647032" y="40004"/>
                </a:lnTo>
                <a:lnTo>
                  <a:pt x="647032" y="67246"/>
                </a:lnTo>
                <a:lnTo>
                  <a:pt x="591883" y="67246"/>
                </a:lnTo>
                <a:lnTo>
                  <a:pt x="591883" y="86200"/>
                </a:lnTo>
                <a:lnTo>
                  <a:pt x="637603" y="86200"/>
                </a:lnTo>
                <a:lnTo>
                  <a:pt x="637603" y="111251"/>
                </a:lnTo>
                <a:lnTo>
                  <a:pt x="591883" y="111251"/>
                </a:lnTo>
                <a:lnTo>
                  <a:pt x="591883" y="132397"/>
                </a:lnTo>
                <a:lnTo>
                  <a:pt x="647699" y="132397"/>
                </a:lnTo>
                <a:lnTo>
                  <a:pt x="647699" y="160019"/>
                </a:lnTo>
                <a:lnTo>
                  <a:pt x="560355" y="160019"/>
                </a:lnTo>
                <a:close/>
                <a:moveTo>
                  <a:pt x="374332" y="40004"/>
                </a:moveTo>
                <a:lnTo>
                  <a:pt x="424053" y="40004"/>
                </a:lnTo>
                <a:cubicBezTo>
                  <a:pt x="433101" y="40004"/>
                  <a:pt x="441102" y="41623"/>
                  <a:pt x="448246" y="44767"/>
                </a:cubicBezTo>
                <a:cubicBezTo>
                  <a:pt x="455390" y="47910"/>
                  <a:pt x="460914" y="52577"/>
                  <a:pt x="465010" y="58673"/>
                </a:cubicBezTo>
                <a:cubicBezTo>
                  <a:pt x="469106" y="64769"/>
                  <a:pt x="471106" y="72008"/>
                  <a:pt x="471106" y="80485"/>
                </a:cubicBezTo>
                <a:cubicBezTo>
                  <a:pt x="471106" y="88963"/>
                  <a:pt x="469201" y="96487"/>
                  <a:pt x="465486" y="102488"/>
                </a:cubicBezTo>
                <a:cubicBezTo>
                  <a:pt x="461676" y="108489"/>
                  <a:pt x="456247" y="113156"/>
                  <a:pt x="449199" y="116299"/>
                </a:cubicBezTo>
                <a:cubicBezTo>
                  <a:pt x="442055" y="119443"/>
                  <a:pt x="433482" y="121062"/>
                  <a:pt x="423386" y="121062"/>
                </a:cubicBezTo>
                <a:lnTo>
                  <a:pt x="405955" y="121062"/>
                </a:lnTo>
                <a:lnTo>
                  <a:pt x="405955" y="160019"/>
                </a:lnTo>
                <a:lnTo>
                  <a:pt x="374427" y="160019"/>
                </a:lnTo>
                <a:lnTo>
                  <a:pt x="374332" y="160019"/>
                </a:lnTo>
                <a:close/>
                <a:moveTo>
                  <a:pt x="171544" y="40004"/>
                </a:moveTo>
                <a:lnTo>
                  <a:pt x="209549" y="40004"/>
                </a:lnTo>
                <a:lnTo>
                  <a:pt x="229266" y="74866"/>
                </a:lnTo>
                <a:lnTo>
                  <a:pt x="249364" y="40004"/>
                </a:lnTo>
                <a:lnTo>
                  <a:pt x="286416" y="40004"/>
                </a:lnTo>
                <a:lnTo>
                  <a:pt x="250888" y="99535"/>
                </a:lnTo>
                <a:lnTo>
                  <a:pt x="287178" y="160019"/>
                </a:lnTo>
                <a:lnTo>
                  <a:pt x="248792" y="160019"/>
                </a:lnTo>
                <a:lnTo>
                  <a:pt x="228123" y="122967"/>
                </a:lnTo>
                <a:lnTo>
                  <a:pt x="207739" y="160019"/>
                </a:lnTo>
                <a:lnTo>
                  <a:pt x="170306" y="160019"/>
                </a:lnTo>
                <a:lnTo>
                  <a:pt x="170211" y="160019"/>
                </a:lnTo>
                <a:lnTo>
                  <a:pt x="206787" y="98964"/>
                </a:lnTo>
                <a:close/>
                <a:moveTo>
                  <a:pt x="0" y="40004"/>
                </a:moveTo>
                <a:lnTo>
                  <a:pt x="86678" y="40004"/>
                </a:lnTo>
                <a:lnTo>
                  <a:pt x="86678" y="67246"/>
                </a:lnTo>
                <a:lnTo>
                  <a:pt x="31528" y="67246"/>
                </a:lnTo>
                <a:lnTo>
                  <a:pt x="31528" y="86200"/>
                </a:lnTo>
                <a:lnTo>
                  <a:pt x="77248" y="86200"/>
                </a:lnTo>
                <a:lnTo>
                  <a:pt x="77248" y="111251"/>
                </a:lnTo>
                <a:lnTo>
                  <a:pt x="31528" y="111251"/>
                </a:lnTo>
                <a:lnTo>
                  <a:pt x="31528" y="132397"/>
                </a:lnTo>
                <a:lnTo>
                  <a:pt x="87344" y="132397"/>
                </a:lnTo>
                <a:lnTo>
                  <a:pt x="87344" y="160019"/>
                </a:lnTo>
                <a:lnTo>
                  <a:pt x="0" y="160019"/>
                </a:lnTo>
                <a:close/>
                <a:moveTo>
                  <a:pt x="3229641" y="37528"/>
                </a:moveTo>
                <a:cubicBezTo>
                  <a:pt x="3238689" y="37528"/>
                  <a:pt x="3246214" y="38671"/>
                  <a:pt x="3252882" y="40862"/>
                </a:cubicBezTo>
                <a:cubicBezTo>
                  <a:pt x="3259549" y="43052"/>
                  <a:pt x="3265264" y="46196"/>
                  <a:pt x="3270027" y="50196"/>
                </a:cubicBezTo>
                <a:lnTo>
                  <a:pt x="3261454" y="63436"/>
                </a:lnTo>
                <a:cubicBezTo>
                  <a:pt x="3257549" y="59912"/>
                  <a:pt x="3253072" y="57340"/>
                  <a:pt x="3247929" y="55626"/>
                </a:cubicBezTo>
                <a:cubicBezTo>
                  <a:pt x="3242785" y="53911"/>
                  <a:pt x="3237070" y="53054"/>
                  <a:pt x="3230879" y="53054"/>
                </a:cubicBezTo>
                <a:cubicBezTo>
                  <a:pt x="3223830" y="53054"/>
                  <a:pt x="3217449" y="54197"/>
                  <a:pt x="3211734" y="56292"/>
                </a:cubicBezTo>
                <a:cubicBezTo>
                  <a:pt x="3206019" y="58483"/>
                  <a:pt x="3201161" y="61626"/>
                  <a:pt x="3197065" y="65722"/>
                </a:cubicBezTo>
                <a:cubicBezTo>
                  <a:pt x="3193065" y="69818"/>
                  <a:pt x="3189921" y="74771"/>
                  <a:pt x="3187731" y="80486"/>
                </a:cubicBezTo>
                <a:cubicBezTo>
                  <a:pt x="3185540" y="86201"/>
                  <a:pt x="3184492" y="92773"/>
                  <a:pt x="3184492" y="99917"/>
                </a:cubicBezTo>
                <a:cubicBezTo>
                  <a:pt x="3184492" y="109823"/>
                  <a:pt x="3186397" y="118395"/>
                  <a:pt x="3190303" y="125349"/>
                </a:cubicBezTo>
                <a:cubicBezTo>
                  <a:pt x="3194112" y="132397"/>
                  <a:pt x="3199637" y="137731"/>
                  <a:pt x="3206686" y="141446"/>
                </a:cubicBezTo>
                <a:cubicBezTo>
                  <a:pt x="3213734" y="145161"/>
                  <a:pt x="3222116" y="146970"/>
                  <a:pt x="3231831" y="146970"/>
                </a:cubicBezTo>
                <a:cubicBezTo>
                  <a:pt x="3238023" y="146970"/>
                  <a:pt x="3244023" y="146018"/>
                  <a:pt x="3249834" y="144208"/>
                </a:cubicBezTo>
                <a:cubicBezTo>
                  <a:pt x="3255644" y="142398"/>
                  <a:pt x="3260978" y="139350"/>
                  <a:pt x="3266026" y="135064"/>
                </a:cubicBezTo>
                <a:lnTo>
                  <a:pt x="3273551" y="148780"/>
                </a:lnTo>
                <a:cubicBezTo>
                  <a:pt x="3267646" y="153447"/>
                  <a:pt x="3261073" y="156876"/>
                  <a:pt x="3253834" y="159162"/>
                </a:cubicBezTo>
                <a:cubicBezTo>
                  <a:pt x="3246500" y="161448"/>
                  <a:pt x="3238499" y="162687"/>
                  <a:pt x="3229641" y="162687"/>
                </a:cubicBezTo>
                <a:lnTo>
                  <a:pt x="3229450" y="162591"/>
                </a:lnTo>
                <a:cubicBezTo>
                  <a:pt x="3217068" y="162591"/>
                  <a:pt x="3206209" y="160019"/>
                  <a:pt x="3196875" y="154876"/>
                </a:cubicBezTo>
                <a:cubicBezTo>
                  <a:pt x="3187540" y="149733"/>
                  <a:pt x="3180396" y="142398"/>
                  <a:pt x="3175253" y="133064"/>
                </a:cubicBezTo>
                <a:cubicBezTo>
                  <a:pt x="3170110" y="123729"/>
                  <a:pt x="3167633" y="112680"/>
                  <a:pt x="3167633" y="100107"/>
                </a:cubicBezTo>
                <a:cubicBezTo>
                  <a:pt x="3167633" y="91059"/>
                  <a:pt x="3169157" y="82677"/>
                  <a:pt x="3172205" y="75057"/>
                </a:cubicBezTo>
                <a:cubicBezTo>
                  <a:pt x="3175253" y="67436"/>
                  <a:pt x="3179539" y="60864"/>
                  <a:pt x="3185064" y="55245"/>
                </a:cubicBezTo>
                <a:cubicBezTo>
                  <a:pt x="3190588" y="49625"/>
                  <a:pt x="3197161" y="45339"/>
                  <a:pt x="3204780" y="42195"/>
                </a:cubicBezTo>
                <a:cubicBezTo>
                  <a:pt x="3212401" y="39052"/>
                  <a:pt x="3220592" y="37528"/>
                  <a:pt x="3229641" y="37528"/>
                </a:cubicBezTo>
                <a:close/>
                <a:moveTo>
                  <a:pt x="1509712" y="37528"/>
                </a:moveTo>
                <a:cubicBezTo>
                  <a:pt x="1520094" y="37528"/>
                  <a:pt x="1528667" y="38861"/>
                  <a:pt x="1535525" y="41433"/>
                </a:cubicBezTo>
                <a:cubicBezTo>
                  <a:pt x="1542383" y="44005"/>
                  <a:pt x="1548574" y="47720"/>
                  <a:pt x="1554289" y="52577"/>
                </a:cubicBezTo>
                <a:lnTo>
                  <a:pt x="1538668" y="78485"/>
                </a:lnTo>
                <a:cubicBezTo>
                  <a:pt x="1535429" y="75152"/>
                  <a:pt x="1531619" y="72580"/>
                  <a:pt x="1527048" y="70866"/>
                </a:cubicBezTo>
                <a:cubicBezTo>
                  <a:pt x="1522475" y="69151"/>
                  <a:pt x="1517427" y="68294"/>
                  <a:pt x="1511807" y="68294"/>
                </a:cubicBezTo>
                <a:cubicBezTo>
                  <a:pt x="1506569" y="68294"/>
                  <a:pt x="1501997" y="69056"/>
                  <a:pt x="1497901" y="70485"/>
                </a:cubicBezTo>
                <a:cubicBezTo>
                  <a:pt x="1493805" y="72009"/>
                  <a:pt x="1490471" y="74104"/>
                  <a:pt x="1487709" y="76866"/>
                </a:cubicBezTo>
                <a:cubicBezTo>
                  <a:pt x="1484947" y="79628"/>
                  <a:pt x="1482851" y="82962"/>
                  <a:pt x="1481327" y="86868"/>
                </a:cubicBezTo>
                <a:cubicBezTo>
                  <a:pt x="1479899" y="90773"/>
                  <a:pt x="1479137" y="95250"/>
                  <a:pt x="1479137" y="100107"/>
                </a:cubicBezTo>
                <a:cubicBezTo>
                  <a:pt x="1479137" y="106775"/>
                  <a:pt x="1480470" y="112395"/>
                  <a:pt x="1483042" y="117157"/>
                </a:cubicBezTo>
                <a:cubicBezTo>
                  <a:pt x="1485709" y="121920"/>
                  <a:pt x="1489424" y="125539"/>
                  <a:pt x="1494377" y="128111"/>
                </a:cubicBezTo>
                <a:cubicBezTo>
                  <a:pt x="1499330" y="130683"/>
                  <a:pt x="1505235" y="131921"/>
                  <a:pt x="1512284" y="131921"/>
                </a:cubicBezTo>
                <a:cubicBezTo>
                  <a:pt x="1517427" y="131921"/>
                  <a:pt x="1522571" y="131159"/>
                  <a:pt x="1527714" y="129540"/>
                </a:cubicBezTo>
                <a:cubicBezTo>
                  <a:pt x="1532858" y="127920"/>
                  <a:pt x="1537811" y="125444"/>
                  <a:pt x="1542478" y="122015"/>
                </a:cubicBezTo>
                <a:lnTo>
                  <a:pt x="1556861" y="148399"/>
                </a:lnTo>
                <a:cubicBezTo>
                  <a:pt x="1551336" y="152590"/>
                  <a:pt x="1544764" y="156019"/>
                  <a:pt x="1536858" y="158686"/>
                </a:cubicBezTo>
                <a:cubicBezTo>
                  <a:pt x="1529048" y="161353"/>
                  <a:pt x="1519808" y="162687"/>
                  <a:pt x="1509140" y="162687"/>
                </a:cubicBezTo>
                <a:lnTo>
                  <a:pt x="1509331" y="162591"/>
                </a:lnTo>
                <a:cubicBezTo>
                  <a:pt x="1496853" y="162591"/>
                  <a:pt x="1485899" y="160019"/>
                  <a:pt x="1476374" y="154971"/>
                </a:cubicBezTo>
                <a:cubicBezTo>
                  <a:pt x="1466849" y="149923"/>
                  <a:pt x="1459420" y="142684"/>
                  <a:pt x="1454086" y="133445"/>
                </a:cubicBezTo>
                <a:cubicBezTo>
                  <a:pt x="1448752" y="124110"/>
                  <a:pt x="1446085" y="113157"/>
                  <a:pt x="1446085" y="100488"/>
                </a:cubicBezTo>
                <a:cubicBezTo>
                  <a:pt x="1446085" y="91249"/>
                  <a:pt x="1447609" y="82772"/>
                  <a:pt x="1450752" y="75057"/>
                </a:cubicBezTo>
                <a:cubicBezTo>
                  <a:pt x="1453895" y="67341"/>
                  <a:pt x="1458277" y="60674"/>
                  <a:pt x="1463992" y="55054"/>
                </a:cubicBezTo>
                <a:cubicBezTo>
                  <a:pt x="1469707" y="49434"/>
                  <a:pt x="1476470" y="45148"/>
                  <a:pt x="1484185" y="42100"/>
                </a:cubicBezTo>
                <a:cubicBezTo>
                  <a:pt x="1491900" y="39052"/>
                  <a:pt x="1500473" y="37528"/>
                  <a:pt x="1509712" y="37528"/>
                </a:cubicBezTo>
                <a:close/>
                <a:moveTo>
                  <a:pt x="1093374" y="0"/>
                </a:moveTo>
                <a:lnTo>
                  <a:pt x="1121378" y="0"/>
                </a:lnTo>
                <a:lnTo>
                  <a:pt x="1148143" y="29813"/>
                </a:lnTo>
                <a:lnTo>
                  <a:pt x="1117663" y="29813"/>
                </a:lnTo>
                <a:lnTo>
                  <a:pt x="1106995" y="17526"/>
                </a:lnTo>
                <a:lnTo>
                  <a:pt x="1096136" y="29813"/>
                </a:lnTo>
                <a:lnTo>
                  <a:pt x="1066704" y="29813"/>
                </a:lnTo>
                <a:lnTo>
                  <a:pt x="1066609" y="29813"/>
                </a:lnTo>
                <a:close/>
              </a:path>
            </a:pathLst>
          </a:custGeom>
          <a:solidFill>
            <a:srgbClr val="636466"/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pt-BR"/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35075566-57E5-8762-A073-432BBFAB16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4132" y="-512505"/>
            <a:ext cx="347504" cy="315913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89875D5A-C448-3F4A-2097-BB032D7721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7832011" y="-512505"/>
            <a:ext cx="347504" cy="315913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7AA5EFC3-A48A-BEE4-E336-C7C48F5657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5116" y="6165304"/>
            <a:ext cx="1330809" cy="375196"/>
          </a:xfrm>
          <a:prstGeom prst="rect">
            <a:avLst/>
          </a:prstGeom>
        </p:spPr>
      </p:pic>
      <p:grpSp>
        <p:nvGrpSpPr>
          <p:cNvPr id="5" name="Agrupar 4">
            <a:extLst>
              <a:ext uri="{FF2B5EF4-FFF2-40B4-BE49-F238E27FC236}">
                <a16:creationId xmlns:a16="http://schemas.microsoft.com/office/drawing/2014/main" id="{659216EA-7E26-3B76-04AC-C1A296A59CD3}"/>
              </a:ext>
            </a:extLst>
          </p:cNvPr>
          <p:cNvGrpSpPr/>
          <p:nvPr/>
        </p:nvGrpSpPr>
        <p:grpSpPr>
          <a:xfrm>
            <a:off x="355092" y="315913"/>
            <a:ext cx="1803162" cy="901192"/>
            <a:chOff x="2671762" y="1719262"/>
            <a:chExt cx="6849713" cy="3423380"/>
          </a:xfrm>
        </p:grpSpPr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A0B5B1B7-DD5B-1348-D5C4-0D0E27F1F139}"/>
                </a:ext>
              </a:extLst>
            </p:cNvPr>
            <p:cNvSpPr/>
            <p:nvPr/>
          </p:nvSpPr>
          <p:spPr>
            <a:xfrm>
              <a:off x="2671762" y="1719262"/>
              <a:ext cx="2186178" cy="1991201"/>
            </a:xfrm>
            <a:custGeom>
              <a:avLst/>
              <a:gdLst>
                <a:gd name="csX0" fmla="*/ 2186178 w 2186178"/>
                <a:gd name="csY0" fmla="*/ 1991011 h 1991201"/>
                <a:gd name="csX1" fmla="*/ 2186178 w 2186178"/>
                <a:gd name="csY1" fmla="*/ 0 h 1991201"/>
                <a:gd name="csX2" fmla="*/ 1682877 w 2186178"/>
                <a:gd name="csY2" fmla="*/ 0 h 1991201"/>
                <a:gd name="csX3" fmla="*/ 1682877 w 2186178"/>
                <a:gd name="csY3" fmla="*/ 1218724 h 1991201"/>
                <a:gd name="csX4" fmla="*/ 650938 w 2186178"/>
                <a:gd name="csY4" fmla="*/ 1334 h 1991201"/>
                <a:gd name="csX5" fmla="*/ 0 w 2186178"/>
                <a:gd name="csY5" fmla="*/ 1334 h 1991201"/>
                <a:gd name="csX6" fmla="*/ 1682877 w 2186178"/>
                <a:gd name="csY6" fmla="*/ 1991201 h 1991201"/>
                <a:gd name="csX7" fmla="*/ 2186178 w 2186178"/>
                <a:gd name="csY7" fmla="*/ 1991011 h 1991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186178" h="1991201">
                  <a:moveTo>
                    <a:pt x="2186178" y="1991011"/>
                  </a:moveTo>
                  <a:lnTo>
                    <a:pt x="2186178" y="0"/>
                  </a:lnTo>
                  <a:lnTo>
                    <a:pt x="1682877" y="0"/>
                  </a:lnTo>
                  <a:lnTo>
                    <a:pt x="1682877" y="1218724"/>
                  </a:lnTo>
                  <a:lnTo>
                    <a:pt x="650938" y="1334"/>
                  </a:lnTo>
                  <a:lnTo>
                    <a:pt x="0" y="1334"/>
                  </a:lnTo>
                  <a:lnTo>
                    <a:pt x="1682877" y="1991201"/>
                  </a:lnTo>
                  <a:lnTo>
                    <a:pt x="2186178" y="199101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226D64B6-BFAB-8B5E-BF5A-394C791F9A93}"/>
                </a:ext>
              </a:extLst>
            </p:cNvPr>
            <p:cNvSpPr/>
            <p:nvPr/>
          </p:nvSpPr>
          <p:spPr>
            <a:xfrm>
              <a:off x="7335297" y="1719262"/>
              <a:ext cx="2186178" cy="1992249"/>
            </a:xfrm>
            <a:custGeom>
              <a:avLst/>
              <a:gdLst>
                <a:gd name="csX0" fmla="*/ 2186178 w 2186178"/>
                <a:gd name="csY0" fmla="*/ 1991011 h 1992249"/>
                <a:gd name="csX1" fmla="*/ 503206 w 2186178"/>
                <a:gd name="csY1" fmla="*/ 1048 h 1992249"/>
                <a:gd name="csX2" fmla="*/ 503206 w 2186178"/>
                <a:gd name="csY2" fmla="*/ 0 h 1992249"/>
                <a:gd name="csX3" fmla="*/ 0 w 2186178"/>
                <a:gd name="csY3" fmla="*/ 0 h 1992249"/>
                <a:gd name="csX4" fmla="*/ 0 w 2186178"/>
                <a:gd name="csY4" fmla="*/ 1992249 h 1992249"/>
                <a:gd name="csX5" fmla="*/ 503206 w 2186178"/>
                <a:gd name="csY5" fmla="*/ 1992249 h 1992249"/>
                <a:gd name="csX6" fmla="*/ 503206 w 2186178"/>
                <a:gd name="csY6" fmla="*/ 773621 h 1992249"/>
                <a:gd name="csX7" fmla="*/ 1535239 w 2186178"/>
                <a:gd name="csY7" fmla="*/ 1991011 h 1992249"/>
                <a:gd name="csX8" fmla="*/ 2186178 w 2186178"/>
                <a:gd name="csY8" fmla="*/ 1991011 h 1992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186178" h="1992249">
                  <a:moveTo>
                    <a:pt x="2186178" y="1991011"/>
                  </a:moveTo>
                  <a:lnTo>
                    <a:pt x="503206" y="1048"/>
                  </a:lnTo>
                  <a:lnTo>
                    <a:pt x="503206" y="0"/>
                  </a:lnTo>
                  <a:lnTo>
                    <a:pt x="0" y="0"/>
                  </a:lnTo>
                  <a:lnTo>
                    <a:pt x="0" y="1992249"/>
                  </a:lnTo>
                  <a:lnTo>
                    <a:pt x="503206" y="1992249"/>
                  </a:lnTo>
                  <a:lnTo>
                    <a:pt x="503206" y="773621"/>
                  </a:lnTo>
                  <a:lnTo>
                    <a:pt x="1535239" y="1991011"/>
                  </a:lnTo>
                  <a:lnTo>
                    <a:pt x="2186178" y="199101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AE73DAB7-5D29-881A-59FB-BE02B03227EA}"/>
                </a:ext>
              </a:extLst>
            </p:cNvPr>
            <p:cNvSpPr/>
            <p:nvPr/>
          </p:nvSpPr>
          <p:spPr>
            <a:xfrm>
              <a:off x="5094350" y="1719262"/>
              <a:ext cx="1983200" cy="3423380"/>
            </a:xfrm>
            <a:custGeom>
              <a:avLst/>
              <a:gdLst>
                <a:gd name="csX0" fmla="*/ 1983200 w 1983200"/>
                <a:gd name="csY0" fmla="*/ 0 h 3423380"/>
                <a:gd name="csX1" fmla="*/ 286 w 1983200"/>
                <a:gd name="csY1" fmla="*/ 0 h 3423380"/>
                <a:gd name="csX2" fmla="*/ 286 w 1983200"/>
                <a:gd name="csY2" fmla="*/ 503301 h 3423380"/>
                <a:gd name="csX3" fmla="*/ 1209485 w 1983200"/>
                <a:gd name="csY3" fmla="*/ 503301 h 3423380"/>
                <a:gd name="csX4" fmla="*/ 328041 w 1983200"/>
                <a:gd name="csY4" fmla="*/ 1250252 h 3423380"/>
                <a:gd name="csX5" fmla="*/ 328041 w 1983200"/>
                <a:gd name="csY5" fmla="*/ 1741075 h 3423380"/>
                <a:gd name="csX6" fmla="*/ 1211771 w 1983200"/>
                <a:gd name="csY6" fmla="*/ 1741075 h 3423380"/>
                <a:gd name="csX7" fmla="*/ 0 w 1983200"/>
                <a:gd name="csY7" fmla="*/ 2768346 h 3423380"/>
                <a:gd name="csX8" fmla="*/ 286 w 1983200"/>
                <a:gd name="csY8" fmla="*/ 3423380 h 3423380"/>
                <a:gd name="csX9" fmla="*/ 1983200 w 1983200"/>
                <a:gd name="csY9" fmla="*/ 1741075 h 3423380"/>
                <a:gd name="csX10" fmla="*/ 1983200 w 1983200"/>
                <a:gd name="csY10" fmla="*/ 1250252 h 3423380"/>
                <a:gd name="csX11" fmla="*/ 1103852 w 1983200"/>
                <a:gd name="csY11" fmla="*/ 1250252 h 3423380"/>
                <a:gd name="csX12" fmla="*/ 1983200 w 1983200"/>
                <a:gd name="csY12" fmla="*/ 503301 h 3423380"/>
                <a:gd name="csX13" fmla="*/ 1983200 w 1983200"/>
                <a:gd name="csY13" fmla="*/ 0 h 3423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983200" h="3423380">
                  <a:moveTo>
                    <a:pt x="1983200" y="0"/>
                  </a:moveTo>
                  <a:lnTo>
                    <a:pt x="286" y="0"/>
                  </a:lnTo>
                  <a:lnTo>
                    <a:pt x="286" y="503301"/>
                  </a:lnTo>
                  <a:lnTo>
                    <a:pt x="1209485" y="503301"/>
                  </a:lnTo>
                  <a:lnTo>
                    <a:pt x="328041" y="1250252"/>
                  </a:lnTo>
                  <a:lnTo>
                    <a:pt x="328041" y="1741075"/>
                  </a:lnTo>
                  <a:lnTo>
                    <a:pt x="1211771" y="1741075"/>
                  </a:lnTo>
                  <a:lnTo>
                    <a:pt x="0" y="2768346"/>
                  </a:lnTo>
                  <a:lnTo>
                    <a:pt x="286" y="3423380"/>
                  </a:lnTo>
                  <a:lnTo>
                    <a:pt x="1983200" y="1741075"/>
                  </a:lnTo>
                  <a:lnTo>
                    <a:pt x="1983200" y="1250252"/>
                  </a:lnTo>
                  <a:lnTo>
                    <a:pt x="1103852" y="1250252"/>
                  </a:lnTo>
                  <a:lnTo>
                    <a:pt x="1983200" y="503301"/>
                  </a:lnTo>
                  <a:lnTo>
                    <a:pt x="1983200" y="0"/>
                  </a:lnTo>
                  <a:close/>
                </a:path>
              </a:pathLst>
            </a:custGeom>
            <a:solidFill>
              <a:srgbClr val="FFCA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40475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A32CC-D0A1-D5DC-79FF-244FCE93C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áfico 9">
            <a:extLst>
              <a:ext uri="{FF2B5EF4-FFF2-40B4-BE49-F238E27FC236}">
                <a16:creationId xmlns:a16="http://schemas.microsoft.com/office/drawing/2014/main" id="{E368549E-3047-D922-2813-53EF6296E98F}"/>
              </a:ext>
            </a:extLst>
          </p:cNvPr>
          <p:cNvSpPr/>
          <p:nvPr/>
        </p:nvSpPr>
        <p:spPr>
          <a:xfrm>
            <a:off x="10095932" y="318476"/>
            <a:ext cx="1782402" cy="891169"/>
          </a:xfrm>
          <a:custGeom>
            <a:avLst/>
            <a:gdLst>
              <a:gd name="csX0" fmla="*/ 1692878 w 2630900"/>
              <a:gd name="csY0" fmla="*/ 193358 h 1315402"/>
              <a:gd name="csX1" fmla="*/ 1354931 w 2630900"/>
              <a:gd name="csY1" fmla="*/ 480346 h 1315402"/>
              <a:gd name="csX2" fmla="*/ 1692878 w 2630900"/>
              <a:gd name="csY2" fmla="*/ 480346 h 1315402"/>
              <a:gd name="csX3" fmla="*/ 1692878 w 2630900"/>
              <a:gd name="csY3" fmla="*/ 668941 h 1315402"/>
              <a:gd name="csX4" fmla="*/ 930878 w 2630900"/>
              <a:gd name="csY4" fmla="*/ 1315403 h 1315402"/>
              <a:gd name="csX5" fmla="*/ 930878 w 2630900"/>
              <a:gd name="csY5" fmla="*/ 1063752 h 1315402"/>
              <a:gd name="csX6" fmla="*/ 1396460 w 2630900"/>
              <a:gd name="csY6" fmla="*/ 668941 h 1315402"/>
              <a:gd name="csX7" fmla="*/ 1056894 w 2630900"/>
              <a:gd name="csY7" fmla="*/ 668941 h 1315402"/>
              <a:gd name="csX8" fmla="*/ 1056894 w 2630900"/>
              <a:gd name="csY8" fmla="*/ 480346 h 1315402"/>
              <a:gd name="csX9" fmla="*/ 1395603 w 2630900"/>
              <a:gd name="csY9" fmla="*/ 193358 h 1315402"/>
              <a:gd name="csX10" fmla="*/ 930878 w 2630900"/>
              <a:gd name="csY10" fmla="*/ 193358 h 1315402"/>
              <a:gd name="csX11" fmla="*/ 930878 w 2630900"/>
              <a:gd name="csY11" fmla="*/ 0 h 1315402"/>
              <a:gd name="csX12" fmla="*/ 1692878 w 2630900"/>
              <a:gd name="csY12" fmla="*/ 0 h 1315402"/>
              <a:gd name="csX13" fmla="*/ 1692878 w 2630900"/>
              <a:gd name="csY13" fmla="*/ 193358 h 1315402"/>
              <a:gd name="csX14" fmla="*/ 646367 w 2630900"/>
              <a:gd name="csY14" fmla="*/ 381 h 1315402"/>
              <a:gd name="csX15" fmla="*/ 646367 w 2630900"/>
              <a:gd name="csY15" fmla="*/ 468059 h 1315402"/>
              <a:gd name="csX16" fmla="*/ 250031 w 2630900"/>
              <a:gd name="csY16" fmla="*/ 857 h 1315402"/>
              <a:gd name="csX17" fmla="*/ 0 w 2630900"/>
              <a:gd name="csY17" fmla="*/ 857 h 1315402"/>
              <a:gd name="csX18" fmla="*/ 646367 w 2630900"/>
              <a:gd name="csY18" fmla="*/ 765143 h 1315402"/>
              <a:gd name="csX19" fmla="*/ 839629 w 2630900"/>
              <a:gd name="csY19" fmla="*/ 765143 h 1315402"/>
              <a:gd name="csX20" fmla="*/ 839629 w 2630900"/>
              <a:gd name="csY20" fmla="*/ 381 h 1315402"/>
              <a:gd name="csX21" fmla="*/ 646367 w 2630900"/>
              <a:gd name="csY21" fmla="*/ 381 h 1315402"/>
              <a:gd name="csX22" fmla="*/ 2630900 w 2630900"/>
              <a:gd name="csY22" fmla="*/ 765048 h 1315402"/>
              <a:gd name="csX23" fmla="*/ 1984439 w 2630900"/>
              <a:gd name="csY23" fmla="*/ 381 h 1315402"/>
              <a:gd name="csX24" fmla="*/ 1790986 w 2630900"/>
              <a:gd name="csY24" fmla="*/ 381 h 1315402"/>
              <a:gd name="csX25" fmla="*/ 1790986 w 2630900"/>
              <a:gd name="csY25" fmla="*/ 766763 h 1315402"/>
              <a:gd name="csX26" fmla="*/ 1984439 w 2630900"/>
              <a:gd name="csY26" fmla="*/ 766763 h 1315402"/>
              <a:gd name="csX27" fmla="*/ 1984439 w 2630900"/>
              <a:gd name="csY27" fmla="*/ 298990 h 1315402"/>
              <a:gd name="csX28" fmla="*/ 2380869 w 2630900"/>
              <a:gd name="csY28" fmla="*/ 765143 h 1315402"/>
              <a:gd name="csX29" fmla="*/ 2630900 w 2630900"/>
              <a:gd name="csY29" fmla="*/ 765143 h 13154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2630900" h="1315402">
                <a:moveTo>
                  <a:pt x="1692878" y="193358"/>
                </a:moveTo>
                <a:lnTo>
                  <a:pt x="1354931" y="480346"/>
                </a:lnTo>
                <a:lnTo>
                  <a:pt x="1692878" y="480346"/>
                </a:lnTo>
                <a:lnTo>
                  <a:pt x="1692878" y="668941"/>
                </a:lnTo>
                <a:lnTo>
                  <a:pt x="930878" y="1315403"/>
                </a:lnTo>
                <a:lnTo>
                  <a:pt x="930878" y="1063752"/>
                </a:lnTo>
                <a:cubicBezTo>
                  <a:pt x="930878" y="1063752"/>
                  <a:pt x="1396460" y="668941"/>
                  <a:pt x="1396460" y="668941"/>
                </a:cubicBezTo>
                <a:lnTo>
                  <a:pt x="1056894" y="668941"/>
                </a:lnTo>
                <a:lnTo>
                  <a:pt x="1056894" y="480346"/>
                </a:lnTo>
                <a:lnTo>
                  <a:pt x="1395603" y="193358"/>
                </a:lnTo>
                <a:lnTo>
                  <a:pt x="930878" y="193358"/>
                </a:lnTo>
                <a:lnTo>
                  <a:pt x="930878" y="0"/>
                </a:lnTo>
                <a:lnTo>
                  <a:pt x="1692878" y="0"/>
                </a:lnTo>
                <a:lnTo>
                  <a:pt x="1692878" y="193358"/>
                </a:lnTo>
                <a:close/>
                <a:moveTo>
                  <a:pt x="646367" y="381"/>
                </a:moveTo>
                <a:lnTo>
                  <a:pt x="646367" y="468059"/>
                </a:lnTo>
                <a:lnTo>
                  <a:pt x="250031" y="857"/>
                </a:lnTo>
                <a:lnTo>
                  <a:pt x="0" y="857"/>
                </a:lnTo>
                <a:lnTo>
                  <a:pt x="646367" y="765143"/>
                </a:lnTo>
                <a:lnTo>
                  <a:pt x="839629" y="765143"/>
                </a:lnTo>
                <a:lnTo>
                  <a:pt x="839629" y="381"/>
                </a:lnTo>
                <a:lnTo>
                  <a:pt x="646367" y="381"/>
                </a:lnTo>
                <a:close/>
                <a:moveTo>
                  <a:pt x="2630900" y="765048"/>
                </a:moveTo>
                <a:lnTo>
                  <a:pt x="1984439" y="381"/>
                </a:lnTo>
                <a:lnTo>
                  <a:pt x="1790986" y="381"/>
                </a:lnTo>
                <a:lnTo>
                  <a:pt x="1790986" y="766763"/>
                </a:lnTo>
                <a:lnTo>
                  <a:pt x="1984439" y="766763"/>
                </a:lnTo>
                <a:lnTo>
                  <a:pt x="1984439" y="298990"/>
                </a:lnTo>
                <a:lnTo>
                  <a:pt x="2380869" y="765143"/>
                </a:lnTo>
                <a:lnTo>
                  <a:pt x="2630900" y="765143"/>
                </a:lnTo>
                <a:close/>
              </a:path>
            </a:pathLst>
          </a:custGeom>
          <a:solidFill>
            <a:srgbClr val="FFCB05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15B9BA0-4BDB-AC6D-546B-4170B102ACD3}"/>
              </a:ext>
            </a:extLst>
          </p:cNvPr>
          <p:cNvSpPr txBox="1"/>
          <p:nvPr/>
        </p:nvSpPr>
        <p:spPr>
          <a:xfrm>
            <a:off x="264214" y="817859"/>
            <a:ext cx="3783595" cy="891169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>
              <a:lnSpc>
                <a:spcPts val="4000"/>
              </a:lnSpc>
            </a:pPr>
            <a:r>
              <a:rPr lang="pt-BR" sz="4000" dirty="0">
                <a:solidFill>
                  <a:srgbClr val="636466"/>
                </a:solidFill>
                <a:latin typeface="Geologica ExtraBold" pitchFamily="2" charset="0"/>
              </a:rPr>
              <a:t>SACOCHILA</a:t>
            </a:r>
          </a:p>
          <a:p>
            <a:pPr>
              <a:lnSpc>
                <a:spcPts val="4000"/>
              </a:lnSpc>
            </a:pPr>
            <a:r>
              <a:rPr lang="pt-BR" sz="4000" dirty="0">
                <a:solidFill>
                  <a:srgbClr val="636466"/>
                </a:solidFill>
                <a:latin typeface="Geologica ExtraBold" pitchFamily="2" charset="0"/>
              </a:rPr>
              <a:t>AMARELA</a:t>
            </a:r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2497F057-9AC1-22A4-70E3-D6C6FBAC3E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1195" y="-531440"/>
            <a:ext cx="1683130" cy="334848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6C36E5A3-D95D-3DB5-40CF-A269550BF3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4132" y="-512505"/>
            <a:ext cx="347504" cy="315913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E6938B69-CDA4-38A0-B402-C6AA3A63FA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832011" y="-512505"/>
            <a:ext cx="347504" cy="315913"/>
          </a:xfrm>
          <a:prstGeom prst="rect">
            <a:avLst/>
          </a:prstGeom>
        </p:spPr>
      </p:pic>
      <p:grpSp>
        <p:nvGrpSpPr>
          <p:cNvPr id="21" name="Agrupar 20">
            <a:extLst>
              <a:ext uri="{FF2B5EF4-FFF2-40B4-BE49-F238E27FC236}">
                <a16:creationId xmlns:a16="http://schemas.microsoft.com/office/drawing/2014/main" id="{6B952A98-B91A-7B68-F48F-9BE8B58A96E9}"/>
              </a:ext>
            </a:extLst>
          </p:cNvPr>
          <p:cNvGrpSpPr/>
          <p:nvPr/>
        </p:nvGrpSpPr>
        <p:grpSpPr>
          <a:xfrm>
            <a:off x="12595760" y="16542"/>
            <a:ext cx="1285003" cy="2584366"/>
            <a:chOff x="12595760" y="16542"/>
            <a:chExt cx="1285003" cy="2584366"/>
          </a:xfrm>
        </p:grpSpPr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23ABA8AD-B4D6-E65E-5A93-C9C2183A9DC4}"/>
                </a:ext>
              </a:extLst>
            </p:cNvPr>
            <p:cNvGrpSpPr/>
            <p:nvPr/>
          </p:nvGrpSpPr>
          <p:grpSpPr>
            <a:xfrm>
              <a:off x="12720736" y="315913"/>
              <a:ext cx="517525" cy="517525"/>
              <a:chOff x="12432704" y="315913"/>
              <a:chExt cx="517525" cy="517525"/>
            </a:xfrm>
          </p:grpSpPr>
          <p:sp>
            <p:nvSpPr>
              <p:cNvPr id="46" name="Retângulo: Cantos Arredondados 45">
                <a:extLst>
                  <a:ext uri="{FF2B5EF4-FFF2-40B4-BE49-F238E27FC236}">
                    <a16:creationId xmlns:a16="http://schemas.microsoft.com/office/drawing/2014/main" id="{88B2268C-41D4-19EB-37B5-BB1E1731B457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1E0E3768-1DD2-0E6E-763F-5E685C72075A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rgbClr val="636466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rgbClr val="636466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02B5FAB3-A09E-8842-4012-6CC0886B90EC}"/>
                </a:ext>
              </a:extLst>
            </p:cNvPr>
            <p:cNvGrpSpPr/>
            <p:nvPr/>
          </p:nvGrpSpPr>
          <p:grpSpPr>
            <a:xfrm>
              <a:off x="13307515" y="315913"/>
              <a:ext cx="517525" cy="517525"/>
              <a:chOff x="12432704" y="315913"/>
              <a:chExt cx="517525" cy="517525"/>
            </a:xfrm>
          </p:grpSpPr>
          <p:sp>
            <p:nvSpPr>
              <p:cNvPr id="44" name="Retângulo: Cantos Arredondados 43">
                <a:extLst>
                  <a:ext uri="{FF2B5EF4-FFF2-40B4-BE49-F238E27FC236}">
                    <a16:creationId xmlns:a16="http://schemas.microsoft.com/office/drawing/2014/main" id="{9B6182BE-6D4C-F2CF-CBA2-13A5CBA0C29F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rgbClr val="F0F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1EB931F4-4458-A0AE-EE19-268EB8FB7E5F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rgbClr val="636466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rgbClr val="636466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id="{8B1C8429-A8BE-C833-C3B5-C46BBB6E8F77}"/>
                </a:ext>
              </a:extLst>
            </p:cNvPr>
            <p:cNvGrpSpPr/>
            <p:nvPr/>
          </p:nvGrpSpPr>
          <p:grpSpPr>
            <a:xfrm>
              <a:off x="12734205" y="912254"/>
              <a:ext cx="517525" cy="517525"/>
              <a:chOff x="12432704" y="315913"/>
              <a:chExt cx="517525" cy="517525"/>
            </a:xfrm>
          </p:grpSpPr>
          <p:sp>
            <p:nvSpPr>
              <p:cNvPr id="42" name="Retângulo: Cantos Arredondados 41">
                <a:extLst>
                  <a:ext uri="{FF2B5EF4-FFF2-40B4-BE49-F238E27FC236}">
                    <a16:creationId xmlns:a16="http://schemas.microsoft.com/office/drawing/2014/main" id="{C969584D-C66D-2CE3-4B37-FCA10B32CEBA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rgbClr val="FFCB0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3E13FCF4-75CA-C45D-4DD6-07B08C04D018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rgbClr val="636466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rgbClr val="636466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739A2211-A756-5BBE-83CA-FFE3ECAB2609}"/>
                </a:ext>
              </a:extLst>
            </p:cNvPr>
            <p:cNvGrpSpPr/>
            <p:nvPr/>
          </p:nvGrpSpPr>
          <p:grpSpPr>
            <a:xfrm>
              <a:off x="13320984" y="912254"/>
              <a:ext cx="517525" cy="517525"/>
              <a:chOff x="12432704" y="315913"/>
              <a:chExt cx="517525" cy="517525"/>
            </a:xfrm>
          </p:grpSpPr>
          <p:sp>
            <p:nvSpPr>
              <p:cNvPr id="40" name="Retângulo: Cantos Arredondados 39">
                <a:extLst>
                  <a:ext uri="{FF2B5EF4-FFF2-40B4-BE49-F238E27FC236}">
                    <a16:creationId xmlns:a16="http://schemas.microsoft.com/office/drawing/2014/main" id="{65431532-956D-6FC6-53EF-CFD2BAE94552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rgbClr val="FFCB0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BB714D46-C0C4-6532-DE57-594CE23357E4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bg1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chemeClr val="bg1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29E7381-E688-FBF3-0489-45B32B755031}"/>
                </a:ext>
              </a:extLst>
            </p:cNvPr>
            <p:cNvGrpSpPr/>
            <p:nvPr/>
          </p:nvGrpSpPr>
          <p:grpSpPr>
            <a:xfrm>
              <a:off x="12734205" y="1494582"/>
              <a:ext cx="517525" cy="517525"/>
              <a:chOff x="12432704" y="315913"/>
              <a:chExt cx="517525" cy="517525"/>
            </a:xfrm>
          </p:grpSpPr>
          <p:sp>
            <p:nvSpPr>
              <p:cNvPr id="37" name="Retângulo: Cantos Arredondados 36">
                <a:extLst>
                  <a:ext uri="{FF2B5EF4-FFF2-40B4-BE49-F238E27FC236}">
                    <a16:creationId xmlns:a16="http://schemas.microsoft.com/office/drawing/2014/main" id="{3C43481F-C31B-9E7D-B169-A89B08E0CB51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rgbClr val="A4A6A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522913C3-A2B0-F221-EDAA-DC6192998E9F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bg1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chemeClr val="bg1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3718C2D3-CBBF-30D1-F019-E0C16F4868F7}"/>
                </a:ext>
              </a:extLst>
            </p:cNvPr>
            <p:cNvGrpSpPr/>
            <p:nvPr/>
          </p:nvGrpSpPr>
          <p:grpSpPr>
            <a:xfrm>
              <a:off x="13320984" y="1494582"/>
              <a:ext cx="517525" cy="517525"/>
              <a:chOff x="12432704" y="315913"/>
              <a:chExt cx="517525" cy="517525"/>
            </a:xfrm>
          </p:grpSpPr>
          <p:sp>
            <p:nvSpPr>
              <p:cNvPr id="35" name="Retângulo: Cantos Arredondados 34">
                <a:extLst>
                  <a:ext uri="{FF2B5EF4-FFF2-40B4-BE49-F238E27FC236}">
                    <a16:creationId xmlns:a16="http://schemas.microsoft.com/office/drawing/2014/main" id="{1CF69D32-AD4C-BEDC-F64D-BE2F7024A4E0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rgbClr val="6364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55B9CEED-355D-91E5-D7D8-F54966A44095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bg1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chemeClr val="bg1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8" name="Agrupar 27">
              <a:extLst>
                <a:ext uri="{FF2B5EF4-FFF2-40B4-BE49-F238E27FC236}">
                  <a16:creationId xmlns:a16="http://schemas.microsoft.com/office/drawing/2014/main" id="{77C1A7BD-5FE3-A2CB-1D2D-CFDFB119BAEF}"/>
                </a:ext>
              </a:extLst>
            </p:cNvPr>
            <p:cNvGrpSpPr/>
            <p:nvPr/>
          </p:nvGrpSpPr>
          <p:grpSpPr>
            <a:xfrm>
              <a:off x="12747674" y="2083383"/>
              <a:ext cx="517525" cy="517525"/>
              <a:chOff x="12432704" y="315913"/>
              <a:chExt cx="517525" cy="517525"/>
            </a:xfrm>
          </p:grpSpPr>
          <p:sp>
            <p:nvSpPr>
              <p:cNvPr id="33" name="Retângulo: Cantos Arredondados 32">
                <a:extLst>
                  <a:ext uri="{FF2B5EF4-FFF2-40B4-BE49-F238E27FC236}">
                    <a16:creationId xmlns:a16="http://schemas.microsoft.com/office/drawing/2014/main" id="{4B9DAC31-9A4E-75B7-FD36-FF0B677ADF3D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65C488D7-2027-E56D-2EAC-5B4DC32EAD83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bg1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chemeClr val="bg1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F606FA4-D31D-BBED-47DB-579DE1A381BE}"/>
                </a:ext>
              </a:extLst>
            </p:cNvPr>
            <p:cNvGrpSpPr/>
            <p:nvPr/>
          </p:nvGrpSpPr>
          <p:grpSpPr>
            <a:xfrm>
              <a:off x="13307515" y="2083383"/>
              <a:ext cx="517525" cy="517525"/>
              <a:chOff x="12432704" y="315913"/>
              <a:chExt cx="517525" cy="517525"/>
            </a:xfrm>
          </p:grpSpPr>
          <p:sp>
            <p:nvSpPr>
              <p:cNvPr id="31" name="Retângulo: Cantos Arredondados 30">
                <a:extLst>
                  <a:ext uri="{FF2B5EF4-FFF2-40B4-BE49-F238E27FC236}">
                    <a16:creationId xmlns:a16="http://schemas.microsoft.com/office/drawing/2014/main" id="{2C05E622-86DF-4556-EFAC-AB6E24D19C85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7DFA8B93-45A1-198A-984E-D35F58834023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rgbClr val="FFCB05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rgbClr val="FFCB05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DEC82D4-CD89-6578-52E5-92128A3D6E19}"/>
                </a:ext>
              </a:extLst>
            </p:cNvPr>
            <p:cNvSpPr txBox="1"/>
            <p:nvPr/>
          </p:nvSpPr>
          <p:spPr>
            <a:xfrm>
              <a:off x="12595760" y="16542"/>
              <a:ext cx="1285003" cy="19170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/>
            <a:p>
              <a:pPr algn="ctr"/>
              <a:r>
                <a:rPr lang="pt-BR" sz="900" dirty="0">
                  <a:solidFill>
                    <a:schemeClr val="bg1"/>
                  </a:solidFill>
                  <a:latin typeface="Geologica" pitchFamily="2" charset="0"/>
                </a:rPr>
                <a:t>ACESSIBILIDADE</a:t>
              </a:r>
              <a:endParaRPr lang="pt-BR" sz="900" b="1" dirty="0">
                <a:solidFill>
                  <a:schemeClr val="bg1"/>
                </a:solidFill>
                <a:latin typeface="Geologica" pitchFamily="2" charset="0"/>
              </a:endParaRPr>
            </a:p>
          </p:txBody>
        </p:sp>
      </p:grp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0C73B151-9DB1-E455-7C7F-27A3BF48D5E3}"/>
              </a:ext>
            </a:extLst>
          </p:cNvPr>
          <p:cNvSpPr/>
          <p:nvPr/>
        </p:nvSpPr>
        <p:spPr>
          <a:xfrm>
            <a:off x="342900" y="6513305"/>
            <a:ext cx="2293541" cy="107670"/>
          </a:xfrm>
          <a:custGeom>
            <a:avLst/>
            <a:gdLst>
              <a:gd name="csX0" fmla="*/ 1824894 w 3465481"/>
              <a:gd name="csY0" fmla="*/ 72961 h 162687"/>
              <a:gd name="csX1" fmla="*/ 1811655 w 3465481"/>
              <a:gd name="csY1" fmla="*/ 110870 h 162687"/>
              <a:gd name="csX2" fmla="*/ 1838134 w 3465481"/>
              <a:gd name="csY2" fmla="*/ 110870 h 162687"/>
              <a:gd name="csX3" fmla="*/ 405955 w 3465481"/>
              <a:gd name="csY3" fmla="*/ 66960 h 162687"/>
              <a:gd name="csX4" fmla="*/ 405955 w 3465481"/>
              <a:gd name="csY4" fmla="*/ 94963 h 162687"/>
              <a:gd name="csX5" fmla="*/ 422243 w 3465481"/>
              <a:gd name="csY5" fmla="*/ 94963 h 162687"/>
              <a:gd name="csX6" fmla="*/ 435006 w 3465481"/>
              <a:gd name="csY6" fmla="*/ 91820 h 162687"/>
              <a:gd name="csX7" fmla="*/ 439578 w 3465481"/>
              <a:gd name="csY7" fmla="*/ 81152 h 162687"/>
              <a:gd name="csX8" fmla="*/ 434816 w 3465481"/>
              <a:gd name="csY8" fmla="*/ 70198 h 162687"/>
              <a:gd name="csX9" fmla="*/ 422433 w 3465481"/>
              <a:gd name="csY9" fmla="*/ 66960 h 162687"/>
              <a:gd name="csX10" fmla="*/ 774191 w 3465481"/>
              <a:gd name="csY10" fmla="*/ 65722 h 162687"/>
              <a:gd name="csX11" fmla="*/ 774191 w 3465481"/>
              <a:gd name="csY11" fmla="*/ 92296 h 162687"/>
              <a:gd name="csX12" fmla="*/ 788860 w 3465481"/>
              <a:gd name="csY12" fmla="*/ 92296 h 162687"/>
              <a:gd name="csX13" fmla="*/ 801433 w 3465481"/>
              <a:gd name="csY13" fmla="*/ 89248 h 162687"/>
              <a:gd name="csX14" fmla="*/ 806005 w 3465481"/>
              <a:gd name="csY14" fmla="*/ 79057 h 162687"/>
              <a:gd name="csX15" fmla="*/ 801623 w 3465481"/>
              <a:gd name="csY15" fmla="*/ 68770 h 162687"/>
              <a:gd name="csX16" fmla="*/ 789336 w 3465481"/>
              <a:gd name="csY16" fmla="*/ 65722 h 162687"/>
              <a:gd name="csX17" fmla="*/ 3407854 w 3465481"/>
              <a:gd name="csY17" fmla="*/ 60007 h 162687"/>
              <a:gd name="csX18" fmla="*/ 3386233 w 3465481"/>
              <a:gd name="csY18" fmla="*/ 115918 h 162687"/>
              <a:gd name="csX19" fmla="*/ 3386328 w 3465481"/>
              <a:gd name="csY19" fmla="*/ 115918 h 162687"/>
              <a:gd name="csX20" fmla="*/ 3430524 w 3465481"/>
              <a:gd name="csY20" fmla="*/ 115918 h 162687"/>
              <a:gd name="csX21" fmla="*/ 2844355 w 3465481"/>
              <a:gd name="csY21" fmla="*/ 60007 h 162687"/>
              <a:gd name="csX22" fmla="*/ 2822733 w 3465481"/>
              <a:gd name="csY22" fmla="*/ 115918 h 162687"/>
              <a:gd name="csX23" fmla="*/ 2822828 w 3465481"/>
              <a:gd name="csY23" fmla="*/ 115918 h 162687"/>
              <a:gd name="csX24" fmla="*/ 2867024 w 3465481"/>
              <a:gd name="csY24" fmla="*/ 115918 h 162687"/>
              <a:gd name="csX25" fmla="*/ 2107786 w 3465481"/>
              <a:gd name="csY25" fmla="*/ 54958 h 162687"/>
              <a:gd name="csX26" fmla="*/ 2107786 w 3465481"/>
              <a:gd name="csY26" fmla="*/ 144970 h 162687"/>
              <a:gd name="csX27" fmla="*/ 2107691 w 3465481"/>
              <a:gd name="csY27" fmla="*/ 145065 h 162687"/>
              <a:gd name="csX28" fmla="*/ 2125217 w 3465481"/>
              <a:gd name="csY28" fmla="*/ 145065 h 162687"/>
              <a:gd name="csX29" fmla="*/ 2144172 w 3465481"/>
              <a:gd name="csY29" fmla="*/ 141922 h 162687"/>
              <a:gd name="csX30" fmla="*/ 2158745 w 3465481"/>
              <a:gd name="csY30" fmla="*/ 132873 h 162687"/>
              <a:gd name="csX31" fmla="*/ 2168080 w 3465481"/>
              <a:gd name="csY31" fmla="*/ 118776 h 162687"/>
              <a:gd name="csX32" fmla="*/ 2171414 w 3465481"/>
              <a:gd name="csY32" fmla="*/ 100107 h 162687"/>
              <a:gd name="csX33" fmla="*/ 2165698 w 3465481"/>
              <a:gd name="csY33" fmla="*/ 76104 h 162687"/>
              <a:gd name="csX34" fmla="*/ 2149601 w 3465481"/>
              <a:gd name="csY34" fmla="*/ 60483 h 162687"/>
              <a:gd name="csX35" fmla="*/ 2125313 w 3465481"/>
              <a:gd name="csY35" fmla="*/ 54958 h 162687"/>
              <a:gd name="csX36" fmla="*/ 3008280 w 3465481"/>
              <a:gd name="csY36" fmla="*/ 54006 h 162687"/>
              <a:gd name="csX37" fmla="*/ 3008280 w 3465481"/>
              <a:gd name="csY37" fmla="*/ 96392 h 162687"/>
              <a:gd name="csX38" fmla="*/ 3033331 w 3465481"/>
              <a:gd name="csY38" fmla="*/ 96392 h 162687"/>
              <a:gd name="csX39" fmla="*/ 3052857 w 3465481"/>
              <a:gd name="csY39" fmla="*/ 90963 h 162687"/>
              <a:gd name="csX40" fmla="*/ 3059810 w 3465481"/>
              <a:gd name="csY40" fmla="*/ 75723 h 162687"/>
              <a:gd name="csX41" fmla="*/ 3053619 w 3465481"/>
              <a:gd name="csY41" fmla="*/ 59816 h 162687"/>
              <a:gd name="csX42" fmla="*/ 3034950 w 3465481"/>
              <a:gd name="csY42" fmla="*/ 54006 h 162687"/>
              <a:gd name="csX43" fmla="*/ 1064418 w 3465481"/>
              <a:gd name="csY43" fmla="*/ 40005 h 162687"/>
              <a:gd name="csX44" fmla="*/ 1151095 w 3465481"/>
              <a:gd name="csY44" fmla="*/ 40005 h 162687"/>
              <a:gd name="csX45" fmla="*/ 1151095 w 3465481"/>
              <a:gd name="csY45" fmla="*/ 67247 h 162687"/>
              <a:gd name="csX46" fmla="*/ 1095946 w 3465481"/>
              <a:gd name="csY46" fmla="*/ 67247 h 162687"/>
              <a:gd name="csX47" fmla="*/ 1095946 w 3465481"/>
              <a:gd name="csY47" fmla="*/ 86201 h 162687"/>
              <a:gd name="csX48" fmla="*/ 1141666 w 3465481"/>
              <a:gd name="csY48" fmla="*/ 86201 h 162687"/>
              <a:gd name="csX49" fmla="*/ 1141666 w 3465481"/>
              <a:gd name="csY49" fmla="*/ 111252 h 162687"/>
              <a:gd name="csX50" fmla="*/ 1095946 w 3465481"/>
              <a:gd name="csY50" fmla="*/ 111252 h 162687"/>
              <a:gd name="csX51" fmla="*/ 1095946 w 3465481"/>
              <a:gd name="csY51" fmla="*/ 132398 h 162687"/>
              <a:gd name="csX52" fmla="*/ 1151762 w 3465481"/>
              <a:gd name="csY52" fmla="*/ 132398 h 162687"/>
              <a:gd name="csX53" fmla="*/ 1151762 w 3465481"/>
              <a:gd name="csY53" fmla="*/ 160020 h 162687"/>
              <a:gd name="csX54" fmla="*/ 1064418 w 3465481"/>
              <a:gd name="csY54" fmla="*/ 160020 h 162687"/>
              <a:gd name="csX55" fmla="*/ 3400044 w 3465481"/>
              <a:gd name="csY55" fmla="*/ 40004 h 162687"/>
              <a:gd name="csX56" fmla="*/ 3416808 w 3465481"/>
              <a:gd name="csY56" fmla="*/ 40004 h 162687"/>
              <a:gd name="csX57" fmla="*/ 3465481 w 3465481"/>
              <a:gd name="csY57" fmla="*/ 160019 h 162687"/>
              <a:gd name="csX58" fmla="*/ 3447288 w 3465481"/>
              <a:gd name="csY58" fmla="*/ 160019 h 162687"/>
              <a:gd name="csX59" fmla="*/ 3435382 w 3465481"/>
              <a:gd name="csY59" fmla="*/ 129920 h 162687"/>
              <a:gd name="csX60" fmla="*/ 3381851 w 3465481"/>
              <a:gd name="csY60" fmla="*/ 129920 h 162687"/>
              <a:gd name="csX61" fmla="*/ 3370421 w 3465481"/>
              <a:gd name="csY61" fmla="*/ 160019 h 162687"/>
              <a:gd name="csX62" fmla="*/ 3352800 w 3465481"/>
              <a:gd name="csY62" fmla="*/ 160019 h 162687"/>
              <a:gd name="csX63" fmla="*/ 2992183 w 3465481"/>
              <a:gd name="csY63" fmla="*/ 40004 h 162687"/>
              <a:gd name="csX64" fmla="*/ 3036379 w 3465481"/>
              <a:gd name="csY64" fmla="*/ 40004 h 162687"/>
              <a:gd name="csX65" fmla="*/ 3057429 w 3465481"/>
              <a:gd name="csY65" fmla="*/ 44290 h 162687"/>
              <a:gd name="csX66" fmla="*/ 3071145 w 3465481"/>
              <a:gd name="csY66" fmla="*/ 56482 h 162687"/>
              <a:gd name="csX67" fmla="*/ 3076003 w 3465481"/>
              <a:gd name="csY67" fmla="*/ 75151 h 162687"/>
              <a:gd name="csX68" fmla="*/ 3072098 w 3465481"/>
              <a:gd name="csY68" fmla="*/ 91058 h 162687"/>
              <a:gd name="csX69" fmla="*/ 3060953 w 3465481"/>
              <a:gd name="csY69" fmla="*/ 102298 h 162687"/>
              <a:gd name="csX70" fmla="*/ 3044189 w 3465481"/>
              <a:gd name="csY70" fmla="*/ 108108 h 162687"/>
              <a:gd name="csX71" fmla="*/ 3081623 w 3465481"/>
              <a:gd name="csY71" fmla="*/ 160019 h 162687"/>
              <a:gd name="csX72" fmla="*/ 3061906 w 3465481"/>
              <a:gd name="csY72" fmla="*/ 160019 h 162687"/>
              <a:gd name="csX73" fmla="*/ 3026568 w 3465481"/>
              <a:gd name="csY73" fmla="*/ 110203 h 162687"/>
              <a:gd name="csX74" fmla="*/ 3008280 w 3465481"/>
              <a:gd name="csY74" fmla="*/ 110203 h 162687"/>
              <a:gd name="csX75" fmla="*/ 3008280 w 3465481"/>
              <a:gd name="csY75" fmla="*/ 160019 h 162687"/>
              <a:gd name="csX76" fmla="*/ 2992183 w 3465481"/>
              <a:gd name="csY76" fmla="*/ 160019 h 162687"/>
              <a:gd name="csX77" fmla="*/ 2836449 w 3465481"/>
              <a:gd name="csY77" fmla="*/ 40004 h 162687"/>
              <a:gd name="csX78" fmla="*/ 2853213 w 3465481"/>
              <a:gd name="csY78" fmla="*/ 40004 h 162687"/>
              <a:gd name="csX79" fmla="*/ 2901886 w 3465481"/>
              <a:gd name="csY79" fmla="*/ 160019 h 162687"/>
              <a:gd name="csX80" fmla="*/ 2883693 w 3465481"/>
              <a:gd name="csY80" fmla="*/ 160019 h 162687"/>
              <a:gd name="csX81" fmla="*/ 2871787 w 3465481"/>
              <a:gd name="csY81" fmla="*/ 129920 h 162687"/>
              <a:gd name="csX82" fmla="*/ 2818256 w 3465481"/>
              <a:gd name="csY82" fmla="*/ 129920 h 162687"/>
              <a:gd name="csX83" fmla="*/ 2806826 w 3465481"/>
              <a:gd name="csY83" fmla="*/ 160019 h 162687"/>
              <a:gd name="csX84" fmla="*/ 2789205 w 3465481"/>
              <a:gd name="csY84" fmla="*/ 160019 h 162687"/>
              <a:gd name="csX85" fmla="*/ 2575559 w 3465481"/>
              <a:gd name="csY85" fmla="*/ 40004 h 162687"/>
              <a:gd name="csX86" fmla="*/ 2591275 w 3465481"/>
              <a:gd name="csY86" fmla="*/ 40004 h 162687"/>
              <a:gd name="csX87" fmla="*/ 2638228 w 3465481"/>
              <a:gd name="csY87" fmla="*/ 115878 h 162687"/>
              <a:gd name="csX88" fmla="*/ 2635186 w 3465481"/>
              <a:gd name="csY88" fmla="*/ 120967 h 162687"/>
              <a:gd name="csX89" fmla="*/ 2641377 w 3465481"/>
              <a:gd name="csY89" fmla="*/ 120967 h 162687"/>
              <a:gd name="csX90" fmla="*/ 2638228 w 3465481"/>
              <a:gd name="csY90" fmla="*/ 115878 h 162687"/>
              <a:gd name="csX91" fmla="*/ 2683572 w 3465481"/>
              <a:gd name="csY91" fmla="*/ 40004 h 162687"/>
              <a:gd name="csX92" fmla="*/ 2698813 w 3465481"/>
              <a:gd name="csY92" fmla="*/ 40004 h 162687"/>
              <a:gd name="csX93" fmla="*/ 2698813 w 3465481"/>
              <a:gd name="csY93" fmla="*/ 160019 h 162687"/>
              <a:gd name="csX94" fmla="*/ 2683001 w 3465481"/>
              <a:gd name="csY94" fmla="*/ 160019 h 162687"/>
              <a:gd name="csX95" fmla="*/ 2683180 w 3465481"/>
              <a:gd name="csY95" fmla="*/ 68112 h 162687"/>
              <a:gd name="csX96" fmla="*/ 2686335 w 3465481"/>
              <a:gd name="csY96" fmla="*/ 62959 h 162687"/>
              <a:gd name="csX97" fmla="*/ 2683192 w 3465481"/>
              <a:gd name="csY97" fmla="*/ 61912 h 162687"/>
              <a:gd name="csX98" fmla="*/ 2683180 w 3465481"/>
              <a:gd name="csY98" fmla="*/ 68112 h 162687"/>
              <a:gd name="csX99" fmla="*/ 2643472 w 3465481"/>
              <a:gd name="csY99" fmla="*/ 132968 h 162687"/>
              <a:gd name="csX100" fmla="*/ 2630995 w 3465481"/>
              <a:gd name="csY100" fmla="*/ 132968 h 162687"/>
              <a:gd name="csX101" fmla="*/ 2590142 w 3465481"/>
              <a:gd name="csY101" fmla="*/ 66975 h 162687"/>
              <a:gd name="csX102" fmla="*/ 2590132 w 3465481"/>
              <a:gd name="csY102" fmla="*/ 61912 h 162687"/>
              <a:gd name="csX103" fmla="*/ 2587656 w 3465481"/>
              <a:gd name="csY103" fmla="*/ 62959 h 162687"/>
              <a:gd name="csX104" fmla="*/ 2590142 w 3465481"/>
              <a:gd name="csY104" fmla="*/ 66975 h 162687"/>
              <a:gd name="csX105" fmla="*/ 2590323 w 3465481"/>
              <a:gd name="csY105" fmla="*/ 160019 h 162687"/>
              <a:gd name="csX106" fmla="*/ 2575559 w 3465481"/>
              <a:gd name="csY106" fmla="*/ 160019 h 162687"/>
              <a:gd name="csX107" fmla="*/ 2284952 w 3465481"/>
              <a:gd name="csY107" fmla="*/ 40004 h 162687"/>
              <a:gd name="csX108" fmla="*/ 2360199 w 3465481"/>
              <a:gd name="csY108" fmla="*/ 40004 h 162687"/>
              <a:gd name="csX109" fmla="*/ 2360199 w 3465481"/>
              <a:gd name="csY109" fmla="*/ 54387 h 162687"/>
              <a:gd name="csX110" fmla="*/ 2301049 w 3465481"/>
              <a:gd name="csY110" fmla="*/ 54387 h 162687"/>
              <a:gd name="csX111" fmla="*/ 2301049 w 3465481"/>
              <a:gd name="csY111" fmla="*/ 90106 h 162687"/>
              <a:gd name="csX112" fmla="*/ 2352580 w 3465481"/>
              <a:gd name="csY112" fmla="*/ 90106 h 162687"/>
              <a:gd name="csX113" fmla="*/ 2352580 w 3465481"/>
              <a:gd name="csY113" fmla="*/ 103917 h 162687"/>
              <a:gd name="csX114" fmla="*/ 2301049 w 3465481"/>
              <a:gd name="csY114" fmla="*/ 103917 h 162687"/>
              <a:gd name="csX115" fmla="*/ 2301049 w 3465481"/>
              <a:gd name="csY115" fmla="*/ 145541 h 162687"/>
              <a:gd name="csX116" fmla="*/ 2360771 w 3465481"/>
              <a:gd name="csY116" fmla="*/ 145541 h 162687"/>
              <a:gd name="csX117" fmla="*/ 2360771 w 3465481"/>
              <a:gd name="csY117" fmla="*/ 160019 h 162687"/>
              <a:gd name="csX118" fmla="*/ 2284952 w 3465481"/>
              <a:gd name="csY118" fmla="*/ 160019 h 162687"/>
              <a:gd name="csX119" fmla="*/ 2091594 w 3465481"/>
              <a:gd name="csY119" fmla="*/ 40004 h 162687"/>
              <a:gd name="csX120" fmla="*/ 2127884 w 3465481"/>
              <a:gd name="csY120" fmla="*/ 40004 h 162687"/>
              <a:gd name="csX121" fmla="*/ 2159126 w 3465481"/>
              <a:gd name="csY121" fmla="*/ 47624 h 162687"/>
              <a:gd name="csX122" fmla="*/ 2180462 w 3465481"/>
              <a:gd name="csY122" fmla="*/ 68865 h 162687"/>
              <a:gd name="csX123" fmla="*/ 2188177 w 3465481"/>
              <a:gd name="csY123" fmla="*/ 100012 h 162687"/>
              <a:gd name="csX124" fmla="*/ 2183796 w 3465481"/>
              <a:gd name="csY124" fmla="*/ 124110 h 162687"/>
              <a:gd name="csX125" fmla="*/ 2171318 w 3465481"/>
              <a:gd name="csY125" fmla="*/ 143065 h 162687"/>
              <a:gd name="csX126" fmla="*/ 2152173 w 3465481"/>
              <a:gd name="csY126" fmla="*/ 155447 h 162687"/>
              <a:gd name="csX127" fmla="*/ 2127884 w 3465481"/>
              <a:gd name="csY127" fmla="*/ 159829 h 162687"/>
              <a:gd name="csX128" fmla="*/ 2091594 w 3465481"/>
              <a:gd name="csY128" fmla="*/ 159829 h 162687"/>
              <a:gd name="csX129" fmla="*/ 1806892 w 3465481"/>
              <a:gd name="csY129" fmla="*/ 40004 h 162687"/>
              <a:gd name="csX130" fmla="*/ 1843944 w 3465481"/>
              <a:gd name="csY130" fmla="*/ 40004 h 162687"/>
              <a:gd name="csX131" fmla="*/ 1888331 w 3465481"/>
              <a:gd name="csY131" fmla="*/ 160019 h 162687"/>
              <a:gd name="csX132" fmla="*/ 1852803 w 3465481"/>
              <a:gd name="csY132" fmla="*/ 160019 h 162687"/>
              <a:gd name="csX133" fmla="*/ 1845278 w 3465481"/>
              <a:gd name="csY133" fmla="*/ 137159 h 162687"/>
              <a:gd name="csX134" fmla="*/ 1804701 w 3465481"/>
              <a:gd name="csY134" fmla="*/ 137159 h 162687"/>
              <a:gd name="csX135" fmla="*/ 1797272 w 3465481"/>
              <a:gd name="csY135" fmla="*/ 160019 h 162687"/>
              <a:gd name="csX136" fmla="*/ 1762601 w 3465481"/>
              <a:gd name="csY136" fmla="*/ 160019 h 162687"/>
              <a:gd name="csX137" fmla="*/ 1645253 w 3465481"/>
              <a:gd name="csY137" fmla="*/ 40004 h 162687"/>
              <a:gd name="csX138" fmla="*/ 1676781 w 3465481"/>
              <a:gd name="csY138" fmla="*/ 40004 h 162687"/>
              <a:gd name="csX139" fmla="*/ 1676781 w 3465481"/>
              <a:gd name="csY139" fmla="*/ 160019 h 162687"/>
              <a:gd name="csX140" fmla="*/ 1645253 w 3465481"/>
              <a:gd name="csY140" fmla="*/ 160019 h 162687"/>
              <a:gd name="csX141" fmla="*/ 1246632 w 3465481"/>
              <a:gd name="csY141" fmla="*/ 40004 h 162687"/>
              <a:gd name="csX142" fmla="*/ 1277969 w 3465481"/>
              <a:gd name="csY142" fmla="*/ 40004 h 162687"/>
              <a:gd name="csX143" fmla="*/ 1323689 w 3465481"/>
              <a:gd name="csY143" fmla="*/ 108965 h 162687"/>
              <a:gd name="csX144" fmla="*/ 1323689 w 3465481"/>
              <a:gd name="csY144" fmla="*/ 40004 h 162687"/>
              <a:gd name="csX145" fmla="*/ 1354169 w 3465481"/>
              <a:gd name="csY145" fmla="*/ 40004 h 162687"/>
              <a:gd name="csX146" fmla="*/ 1354169 w 3465481"/>
              <a:gd name="csY146" fmla="*/ 160019 h 162687"/>
              <a:gd name="csX147" fmla="*/ 1322832 w 3465481"/>
              <a:gd name="csY147" fmla="*/ 160019 h 162687"/>
              <a:gd name="csX148" fmla="*/ 1277112 w 3465481"/>
              <a:gd name="csY148" fmla="*/ 90010 h 162687"/>
              <a:gd name="csX149" fmla="*/ 1277112 w 3465481"/>
              <a:gd name="csY149" fmla="*/ 160019 h 162687"/>
              <a:gd name="csX150" fmla="*/ 1246632 w 3465481"/>
              <a:gd name="csY150" fmla="*/ 160019 h 162687"/>
              <a:gd name="csX151" fmla="*/ 933640 w 3465481"/>
              <a:gd name="csY151" fmla="*/ 40004 h 162687"/>
              <a:gd name="csX152" fmla="*/ 965168 w 3465481"/>
              <a:gd name="csY152" fmla="*/ 40004 h 162687"/>
              <a:gd name="csX153" fmla="*/ 965168 w 3465481"/>
              <a:gd name="csY153" fmla="*/ 160019 h 162687"/>
              <a:gd name="csX154" fmla="*/ 933640 w 3465481"/>
              <a:gd name="csY154" fmla="*/ 160019 h 162687"/>
              <a:gd name="csX155" fmla="*/ 742568 w 3465481"/>
              <a:gd name="csY155" fmla="*/ 40004 h 162687"/>
              <a:gd name="csX156" fmla="*/ 792384 w 3465481"/>
              <a:gd name="csY156" fmla="*/ 40004 h 162687"/>
              <a:gd name="csX157" fmla="*/ 816387 w 3465481"/>
              <a:gd name="csY157" fmla="*/ 44386 h 162687"/>
              <a:gd name="csX158" fmla="*/ 832293 w 3465481"/>
              <a:gd name="csY158" fmla="*/ 57054 h 162687"/>
              <a:gd name="csX159" fmla="*/ 837913 w 3465481"/>
              <a:gd name="csY159" fmla="*/ 77056 h 162687"/>
              <a:gd name="csX160" fmla="*/ 834675 w 3465481"/>
              <a:gd name="csY160" fmla="*/ 92487 h 162687"/>
              <a:gd name="csX161" fmla="*/ 826007 w 3465481"/>
              <a:gd name="csY161" fmla="*/ 103726 h 162687"/>
              <a:gd name="csX162" fmla="*/ 813720 w 3465481"/>
              <a:gd name="csY162" fmla="*/ 110584 h 162687"/>
              <a:gd name="csX163" fmla="*/ 844676 w 3465481"/>
              <a:gd name="csY163" fmla="*/ 160114 h 162687"/>
              <a:gd name="csX164" fmla="*/ 807433 w 3465481"/>
              <a:gd name="csY164" fmla="*/ 160114 h 162687"/>
              <a:gd name="csX165" fmla="*/ 782859 w 3465481"/>
              <a:gd name="csY165" fmla="*/ 117347 h 162687"/>
              <a:gd name="csX166" fmla="*/ 774286 w 3465481"/>
              <a:gd name="csY166" fmla="*/ 117347 h 162687"/>
              <a:gd name="csX167" fmla="*/ 774286 w 3465481"/>
              <a:gd name="csY167" fmla="*/ 160114 h 162687"/>
              <a:gd name="csX168" fmla="*/ 742759 w 3465481"/>
              <a:gd name="csY168" fmla="*/ 160114 h 162687"/>
              <a:gd name="csX169" fmla="*/ 742568 w 3465481"/>
              <a:gd name="csY169" fmla="*/ 160019 h 162687"/>
              <a:gd name="csX170" fmla="*/ 560355 w 3465481"/>
              <a:gd name="csY170" fmla="*/ 40004 h 162687"/>
              <a:gd name="csX171" fmla="*/ 647032 w 3465481"/>
              <a:gd name="csY171" fmla="*/ 40004 h 162687"/>
              <a:gd name="csX172" fmla="*/ 647032 w 3465481"/>
              <a:gd name="csY172" fmla="*/ 67246 h 162687"/>
              <a:gd name="csX173" fmla="*/ 591883 w 3465481"/>
              <a:gd name="csY173" fmla="*/ 67246 h 162687"/>
              <a:gd name="csX174" fmla="*/ 591883 w 3465481"/>
              <a:gd name="csY174" fmla="*/ 86200 h 162687"/>
              <a:gd name="csX175" fmla="*/ 637603 w 3465481"/>
              <a:gd name="csY175" fmla="*/ 86200 h 162687"/>
              <a:gd name="csX176" fmla="*/ 637603 w 3465481"/>
              <a:gd name="csY176" fmla="*/ 111251 h 162687"/>
              <a:gd name="csX177" fmla="*/ 591883 w 3465481"/>
              <a:gd name="csY177" fmla="*/ 111251 h 162687"/>
              <a:gd name="csX178" fmla="*/ 591883 w 3465481"/>
              <a:gd name="csY178" fmla="*/ 132397 h 162687"/>
              <a:gd name="csX179" fmla="*/ 647699 w 3465481"/>
              <a:gd name="csY179" fmla="*/ 132397 h 162687"/>
              <a:gd name="csX180" fmla="*/ 647699 w 3465481"/>
              <a:gd name="csY180" fmla="*/ 160019 h 162687"/>
              <a:gd name="csX181" fmla="*/ 560355 w 3465481"/>
              <a:gd name="csY181" fmla="*/ 160019 h 162687"/>
              <a:gd name="csX182" fmla="*/ 374332 w 3465481"/>
              <a:gd name="csY182" fmla="*/ 40004 h 162687"/>
              <a:gd name="csX183" fmla="*/ 424053 w 3465481"/>
              <a:gd name="csY183" fmla="*/ 40004 h 162687"/>
              <a:gd name="csX184" fmla="*/ 448246 w 3465481"/>
              <a:gd name="csY184" fmla="*/ 44767 h 162687"/>
              <a:gd name="csX185" fmla="*/ 465010 w 3465481"/>
              <a:gd name="csY185" fmla="*/ 58673 h 162687"/>
              <a:gd name="csX186" fmla="*/ 471106 w 3465481"/>
              <a:gd name="csY186" fmla="*/ 80485 h 162687"/>
              <a:gd name="csX187" fmla="*/ 465486 w 3465481"/>
              <a:gd name="csY187" fmla="*/ 102488 h 162687"/>
              <a:gd name="csX188" fmla="*/ 449199 w 3465481"/>
              <a:gd name="csY188" fmla="*/ 116299 h 162687"/>
              <a:gd name="csX189" fmla="*/ 423386 w 3465481"/>
              <a:gd name="csY189" fmla="*/ 121062 h 162687"/>
              <a:gd name="csX190" fmla="*/ 405955 w 3465481"/>
              <a:gd name="csY190" fmla="*/ 121062 h 162687"/>
              <a:gd name="csX191" fmla="*/ 405955 w 3465481"/>
              <a:gd name="csY191" fmla="*/ 160019 h 162687"/>
              <a:gd name="csX192" fmla="*/ 374427 w 3465481"/>
              <a:gd name="csY192" fmla="*/ 160019 h 162687"/>
              <a:gd name="csX193" fmla="*/ 374332 w 3465481"/>
              <a:gd name="csY193" fmla="*/ 160019 h 162687"/>
              <a:gd name="csX194" fmla="*/ 171544 w 3465481"/>
              <a:gd name="csY194" fmla="*/ 40004 h 162687"/>
              <a:gd name="csX195" fmla="*/ 209549 w 3465481"/>
              <a:gd name="csY195" fmla="*/ 40004 h 162687"/>
              <a:gd name="csX196" fmla="*/ 229266 w 3465481"/>
              <a:gd name="csY196" fmla="*/ 74866 h 162687"/>
              <a:gd name="csX197" fmla="*/ 249364 w 3465481"/>
              <a:gd name="csY197" fmla="*/ 40004 h 162687"/>
              <a:gd name="csX198" fmla="*/ 286416 w 3465481"/>
              <a:gd name="csY198" fmla="*/ 40004 h 162687"/>
              <a:gd name="csX199" fmla="*/ 250888 w 3465481"/>
              <a:gd name="csY199" fmla="*/ 99535 h 162687"/>
              <a:gd name="csX200" fmla="*/ 287178 w 3465481"/>
              <a:gd name="csY200" fmla="*/ 160019 h 162687"/>
              <a:gd name="csX201" fmla="*/ 248792 w 3465481"/>
              <a:gd name="csY201" fmla="*/ 160019 h 162687"/>
              <a:gd name="csX202" fmla="*/ 228123 w 3465481"/>
              <a:gd name="csY202" fmla="*/ 122967 h 162687"/>
              <a:gd name="csX203" fmla="*/ 207739 w 3465481"/>
              <a:gd name="csY203" fmla="*/ 160019 h 162687"/>
              <a:gd name="csX204" fmla="*/ 170306 w 3465481"/>
              <a:gd name="csY204" fmla="*/ 160019 h 162687"/>
              <a:gd name="csX205" fmla="*/ 170211 w 3465481"/>
              <a:gd name="csY205" fmla="*/ 160019 h 162687"/>
              <a:gd name="csX206" fmla="*/ 206787 w 3465481"/>
              <a:gd name="csY206" fmla="*/ 98964 h 162687"/>
              <a:gd name="csX207" fmla="*/ 0 w 3465481"/>
              <a:gd name="csY207" fmla="*/ 40004 h 162687"/>
              <a:gd name="csX208" fmla="*/ 86678 w 3465481"/>
              <a:gd name="csY208" fmla="*/ 40004 h 162687"/>
              <a:gd name="csX209" fmla="*/ 86678 w 3465481"/>
              <a:gd name="csY209" fmla="*/ 67246 h 162687"/>
              <a:gd name="csX210" fmla="*/ 31528 w 3465481"/>
              <a:gd name="csY210" fmla="*/ 67246 h 162687"/>
              <a:gd name="csX211" fmla="*/ 31528 w 3465481"/>
              <a:gd name="csY211" fmla="*/ 86200 h 162687"/>
              <a:gd name="csX212" fmla="*/ 77248 w 3465481"/>
              <a:gd name="csY212" fmla="*/ 86200 h 162687"/>
              <a:gd name="csX213" fmla="*/ 77248 w 3465481"/>
              <a:gd name="csY213" fmla="*/ 111251 h 162687"/>
              <a:gd name="csX214" fmla="*/ 31528 w 3465481"/>
              <a:gd name="csY214" fmla="*/ 111251 h 162687"/>
              <a:gd name="csX215" fmla="*/ 31528 w 3465481"/>
              <a:gd name="csY215" fmla="*/ 132397 h 162687"/>
              <a:gd name="csX216" fmla="*/ 87344 w 3465481"/>
              <a:gd name="csY216" fmla="*/ 132397 h 162687"/>
              <a:gd name="csX217" fmla="*/ 87344 w 3465481"/>
              <a:gd name="csY217" fmla="*/ 160019 h 162687"/>
              <a:gd name="csX218" fmla="*/ 0 w 3465481"/>
              <a:gd name="csY218" fmla="*/ 160019 h 162687"/>
              <a:gd name="csX219" fmla="*/ 3229641 w 3465481"/>
              <a:gd name="csY219" fmla="*/ 37528 h 162687"/>
              <a:gd name="csX220" fmla="*/ 3252882 w 3465481"/>
              <a:gd name="csY220" fmla="*/ 40862 h 162687"/>
              <a:gd name="csX221" fmla="*/ 3270027 w 3465481"/>
              <a:gd name="csY221" fmla="*/ 50196 h 162687"/>
              <a:gd name="csX222" fmla="*/ 3261454 w 3465481"/>
              <a:gd name="csY222" fmla="*/ 63436 h 162687"/>
              <a:gd name="csX223" fmla="*/ 3247929 w 3465481"/>
              <a:gd name="csY223" fmla="*/ 55626 h 162687"/>
              <a:gd name="csX224" fmla="*/ 3230879 w 3465481"/>
              <a:gd name="csY224" fmla="*/ 53054 h 162687"/>
              <a:gd name="csX225" fmla="*/ 3211734 w 3465481"/>
              <a:gd name="csY225" fmla="*/ 56292 h 162687"/>
              <a:gd name="csX226" fmla="*/ 3197065 w 3465481"/>
              <a:gd name="csY226" fmla="*/ 65722 h 162687"/>
              <a:gd name="csX227" fmla="*/ 3187731 w 3465481"/>
              <a:gd name="csY227" fmla="*/ 80486 h 162687"/>
              <a:gd name="csX228" fmla="*/ 3184492 w 3465481"/>
              <a:gd name="csY228" fmla="*/ 99917 h 162687"/>
              <a:gd name="csX229" fmla="*/ 3190303 w 3465481"/>
              <a:gd name="csY229" fmla="*/ 125349 h 162687"/>
              <a:gd name="csX230" fmla="*/ 3206686 w 3465481"/>
              <a:gd name="csY230" fmla="*/ 141446 h 162687"/>
              <a:gd name="csX231" fmla="*/ 3231831 w 3465481"/>
              <a:gd name="csY231" fmla="*/ 146970 h 162687"/>
              <a:gd name="csX232" fmla="*/ 3249834 w 3465481"/>
              <a:gd name="csY232" fmla="*/ 144208 h 162687"/>
              <a:gd name="csX233" fmla="*/ 3266026 w 3465481"/>
              <a:gd name="csY233" fmla="*/ 135064 h 162687"/>
              <a:gd name="csX234" fmla="*/ 3273551 w 3465481"/>
              <a:gd name="csY234" fmla="*/ 148780 h 162687"/>
              <a:gd name="csX235" fmla="*/ 3253834 w 3465481"/>
              <a:gd name="csY235" fmla="*/ 159162 h 162687"/>
              <a:gd name="csX236" fmla="*/ 3229641 w 3465481"/>
              <a:gd name="csY236" fmla="*/ 162687 h 162687"/>
              <a:gd name="csX237" fmla="*/ 3229450 w 3465481"/>
              <a:gd name="csY237" fmla="*/ 162591 h 162687"/>
              <a:gd name="csX238" fmla="*/ 3196875 w 3465481"/>
              <a:gd name="csY238" fmla="*/ 154876 h 162687"/>
              <a:gd name="csX239" fmla="*/ 3175253 w 3465481"/>
              <a:gd name="csY239" fmla="*/ 133064 h 162687"/>
              <a:gd name="csX240" fmla="*/ 3167633 w 3465481"/>
              <a:gd name="csY240" fmla="*/ 100107 h 162687"/>
              <a:gd name="csX241" fmla="*/ 3172205 w 3465481"/>
              <a:gd name="csY241" fmla="*/ 75057 h 162687"/>
              <a:gd name="csX242" fmla="*/ 3185064 w 3465481"/>
              <a:gd name="csY242" fmla="*/ 55245 h 162687"/>
              <a:gd name="csX243" fmla="*/ 3204780 w 3465481"/>
              <a:gd name="csY243" fmla="*/ 42195 h 162687"/>
              <a:gd name="csX244" fmla="*/ 3229641 w 3465481"/>
              <a:gd name="csY244" fmla="*/ 37528 h 162687"/>
              <a:gd name="csX245" fmla="*/ 1509712 w 3465481"/>
              <a:gd name="csY245" fmla="*/ 37528 h 162687"/>
              <a:gd name="csX246" fmla="*/ 1535525 w 3465481"/>
              <a:gd name="csY246" fmla="*/ 41433 h 162687"/>
              <a:gd name="csX247" fmla="*/ 1554289 w 3465481"/>
              <a:gd name="csY247" fmla="*/ 52577 h 162687"/>
              <a:gd name="csX248" fmla="*/ 1538668 w 3465481"/>
              <a:gd name="csY248" fmla="*/ 78485 h 162687"/>
              <a:gd name="csX249" fmla="*/ 1527048 w 3465481"/>
              <a:gd name="csY249" fmla="*/ 70866 h 162687"/>
              <a:gd name="csX250" fmla="*/ 1511807 w 3465481"/>
              <a:gd name="csY250" fmla="*/ 68294 h 162687"/>
              <a:gd name="csX251" fmla="*/ 1497901 w 3465481"/>
              <a:gd name="csY251" fmla="*/ 70485 h 162687"/>
              <a:gd name="csX252" fmla="*/ 1487709 w 3465481"/>
              <a:gd name="csY252" fmla="*/ 76866 h 162687"/>
              <a:gd name="csX253" fmla="*/ 1481327 w 3465481"/>
              <a:gd name="csY253" fmla="*/ 86868 h 162687"/>
              <a:gd name="csX254" fmla="*/ 1479137 w 3465481"/>
              <a:gd name="csY254" fmla="*/ 100107 h 162687"/>
              <a:gd name="csX255" fmla="*/ 1483042 w 3465481"/>
              <a:gd name="csY255" fmla="*/ 117157 h 162687"/>
              <a:gd name="csX256" fmla="*/ 1494377 w 3465481"/>
              <a:gd name="csY256" fmla="*/ 128111 h 162687"/>
              <a:gd name="csX257" fmla="*/ 1512284 w 3465481"/>
              <a:gd name="csY257" fmla="*/ 131921 h 162687"/>
              <a:gd name="csX258" fmla="*/ 1527714 w 3465481"/>
              <a:gd name="csY258" fmla="*/ 129540 h 162687"/>
              <a:gd name="csX259" fmla="*/ 1542478 w 3465481"/>
              <a:gd name="csY259" fmla="*/ 122015 h 162687"/>
              <a:gd name="csX260" fmla="*/ 1556861 w 3465481"/>
              <a:gd name="csY260" fmla="*/ 148399 h 162687"/>
              <a:gd name="csX261" fmla="*/ 1536858 w 3465481"/>
              <a:gd name="csY261" fmla="*/ 158686 h 162687"/>
              <a:gd name="csX262" fmla="*/ 1509140 w 3465481"/>
              <a:gd name="csY262" fmla="*/ 162687 h 162687"/>
              <a:gd name="csX263" fmla="*/ 1509331 w 3465481"/>
              <a:gd name="csY263" fmla="*/ 162591 h 162687"/>
              <a:gd name="csX264" fmla="*/ 1476374 w 3465481"/>
              <a:gd name="csY264" fmla="*/ 154971 h 162687"/>
              <a:gd name="csX265" fmla="*/ 1454086 w 3465481"/>
              <a:gd name="csY265" fmla="*/ 133445 h 162687"/>
              <a:gd name="csX266" fmla="*/ 1446085 w 3465481"/>
              <a:gd name="csY266" fmla="*/ 100488 h 162687"/>
              <a:gd name="csX267" fmla="*/ 1450752 w 3465481"/>
              <a:gd name="csY267" fmla="*/ 75057 h 162687"/>
              <a:gd name="csX268" fmla="*/ 1463992 w 3465481"/>
              <a:gd name="csY268" fmla="*/ 55054 h 162687"/>
              <a:gd name="csX269" fmla="*/ 1484185 w 3465481"/>
              <a:gd name="csY269" fmla="*/ 42100 h 162687"/>
              <a:gd name="csX270" fmla="*/ 1509712 w 3465481"/>
              <a:gd name="csY270" fmla="*/ 37528 h 162687"/>
              <a:gd name="csX271" fmla="*/ 1093374 w 3465481"/>
              <a:gd name="csY271" fmla="*/ 0 h 162687"/>
              <a:gd name="csX272" fmla="*/ 1121378 w 3465481"/>
              <a:gd name="csY272" fmla="*/ 0 h 162687"/>
              <a:gd name="csX273" fmla="*/ 1148143 w 3465481"/>
              <a:gd name="csY273" fmla="*/ 29813 h 162687"/>
              <a:gd name="csX274" fmla="*/ 1117663 w 3465481"/>
              <a:gd name="csY274" fmla="*/ 29813 h 162687"/>
              <a:gd name="csX275" fmla="*/ 1106995 w 3465481"/>
              <a:gd name="csY275" fmla="*/ 17526 h 162687"/>
              <a:gd name="csX276" fmla="*/ 1096136 w 3465481"/>
              <a:gd name="csY276" fmla="*/ 29813 h 162687"/>
              <a:gd name="csX277" fmla="*/ 1066704 w 3465481"/>
              <a:gd name="csY277" fmla="*/ 29813 h 162687"/>
              <a:gd name="csX278" fmla="*/ 1066609 w 3465481"/>
              <a:gd name="csY278" fmla="*/ 29813 h 162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</a:cxnLst>
            <a:rect l="l" t="t" r="r" b="b"/>
            <a:pathLst>
              <a:path w="3465481" h="162687">
                <a:moveTo>
                  <a:pt x="1824894" y="72961"/>
                </a:moveTo>
                <a:lnTo>
                  <a:pt x="1811655" y="110870"/>
                </a:lnTo>
                <a:lnTo>
                  <a:pt x="1838134" y="110870"/>
                </a:lnTo>
                <a:close/>
                <a:moveTo>
                  <a:pt x="405955" y="66960"/>
                </a:moveTo>
                <a:lnTo>
                  <a:pt x="405955" y="94963"/>
                </a:lnTo>
                <a:lnTo>
                  <a:pt x="422243" y="94963"/>
                </a:lnTo>
                <a:cubicBezTo>
                  <a:pt x="427672" y="94963"/>
                  <a:pt x="431958" y="93916"/>
                  <a:pt x="435006" y="91820"/>
                </a:cubicBezTo>
                <a:cubicBezTo>
                  <a:pt x="438054" y="89725"/>
                  <a:pt x="439578" y="86105"/>
                  <a:pt x="439578" y="81152"/>
                </a:cubicBezTo>
                <a:cubicBezTo>
                  <a:pt x="439578" y="76199"/>
                  <a:pt x="437959" y="72389"/>
                  <a:pt x="434816" y="70198"/>
                </a:cubicBezTo>
                <a:cubicBezTo>
                  <a:pt x="431673" y="68103"/>
                  <a:pt x="427482" y="66960"/>
                  <a:pt x="422433" y="66960"/>
                </a:cubicBezTo>
                <a:close/>
                <a:moveTo>
                  <a:pt x="774191" y="65722"/>
                </a:moveTo>
                <a:lnTo>
                  <a:pt x="774191" y="92296"/>
                </a:lnTo>
                <a:lnTo>
                  <a:pt x="788860" y="92296"/>
                </a:lnTo>
                <a:cubicBezTo>
                  <a:pt x="794193" y="92296"/>
                  <a:pt x="798385" y="91249"/>
                  <a:pt x="801433" y="89248"/>
                </a:cubicBezTo>
                <a:cubicBezTo>
                  <a:pt x="804481" y="87248"/>
                  <a:pt x="806005" y="83819"/>
                  <a:pt x="806005" y="79057"/>
                </a:cubicBezTo>
                <a:cubicBezTo>
                  <a:pt x="806005" y="74294"/>
                  <a:pt x="804576" y="70770"/>
                  <a:pt x="801623" y="68770"/>
                </a:cubicBezTo>
                <a:cubicBezTo>
                  <a:pt x="798670" y="66674"/>
                  <a:pt x="794574" y="65722"/>
                  <a:pt x="789336" y="65722"/>
                </a:cubicBezTo>
                <a:close/>
                <a:moveTo>
                  <a:pt x="3407854" y="60007"/>
                </a:moveTo>
                <a:lnTo>
                  <a:pt x="3386233" y="115918"/>
                </a:lnTo>
                <a:lnTo>
                  <a:pt x="3386328" y="115918"/>
                </a:lnTo>
                <a:lnTo>
                  <a:pt x="3430524" y="115918"/>
                </a:lnTo>
                <a:close/>
                <a:moveTo>
                  <a:pt x="2844355" y="60007"/>
                </a:moveTo>
                <a:lnTo>
                  <a:pt x="2822733" y="115918"/>
                </a:lnTo>
                <a:lnTo>
                  <a:pt x="2822828" y="115918"/>
                </a:lnTo>
                <a:lnTo>
                  <a:pt x="2867024" y="115918"/>
                </a:lnTo>
                <a:close/>
                <a:moveTo>
                  <a:pt x="2107786" y="54958"/>
                </a:moveTo>
                <a:lnTo>
                  <a:pt x="2107786" y="144970"/>
                </a:lnTo>
                <a:lnTo>
                  <a:pt x="2107691" y="145065"/>
                </a:lnTo>
                <a:lnTo>
                  <a:pt x="2125217" y="145065"/>
                </a:lnTo>
                <a:cubicBezTo>
                  <a:pt x="2132171" y="145065"/>
                  <a:pt x="2138457" y="144017"/>
                  <a:pt x="2144172" y="141922"/>
                </a:cubicBezTo>
                <a:cubicBezTo>
                  <a:pt x="2149792" y="139826"/>
                  <a:pt x="2154650" y="136873"/>
                  <a:pt x="2158745" y="132873"/>
                </a:cubicBezTo>
                <a:cubicBezTo>
                  <a:pt x="2162841" y="128968"/>
                  <a:pt x="2165889" y="124205"/>
                  <a:pt x="2168080" y="118776"/>
                </a:cubicBezTo>
                <a:cubicBezTo>
                  <a:pt x="2170271" y="113347"/>
                  <a:pt x="2171414" y="107060"/>
                  <a:pt x="2171414" y="100107"/>
                </a:cubicBezTo>
                <a:cubicBezTo>
                  <a:pt x="2171414" y="90868"/>
                  <a:pt x="2169509" y="82962"/>
                  <a:pt x="2165698" y="76104"/>
                </a:cubicBezTo>
                <a:cubicBezTo>
                  <a:pt x="2161889" y="69246"/>
                  <a:pt x="2156555" y="64102"/>
                  <a:pt x="2149601" y="60483"/>
                </a:cubicBezTo>
                <a:cubicBezTo>
                  <a:pt x="2142743" y="56863"/>
                  <a:pt x="2134647" y="54958"/>
                  <a:pt x="2125313" y="54958"/>
                </a:cubicBezTo>
                <a:close/>
                <a:moveTo>
                  <a:pt x="3008280" y="54006"/>
                </a:moveTo>
                <a:lnTo>
                  <a:pt x="3008280" y="96392"/>
                </a:lnTo>
                <a:lnTo>
                  <a:pt x="3033331" y="96392"/>
                </a:lnTo>
                <a:cubicBezTo>
                  <a:pt x="3041713" y="96392"/>
                  <a:pt x="3048190" y="94582"/>
                  <a:pt x="3052857" y="90963"/>
                </a:cubicBezTo>
                <a:cubicBezTo>
                  <a:pt x="3057524" y="87343"/>
                  <a:pt x="3059810" y="82295"/>
                  <a:pt x="3059810" y="75723"/>
                </a:cubicBezTo>
                <a:cubicBezTo>
                  <a:pt x="3059810" y="69151"/>
                  <a:pt x="3057715" y="63626"/>
                  <a:pt x="3053619" y="59816"/>
                </a:cubicBezTo>
                <a:cubicBezTo>
                  <a:pt x="3049523" y="56006"/>
                  <a:pt x="3043237" y="54006"/>
                  <a:pt x="3034950" y="54006"/>
                </a:cubicBezTo>
                <a:close/>
                <a:moveTo>
                  <a:pt x="1064418" y="40005"/>
                </a:moveTo>
                <a:lnTo>
                  <a:pt x="1151095" y="40005"/>
                </a:lnTo>
                <a:lnTo>
                  <a:pt x="1151095" y="67247"/>
                </a:lnTo>
                <a:lnTo>
                  <a:pt x="1095946" y="67247"/>
                </a:lnTo>
                <a:lnTo>
                  <a:pt x="1095946" y="86201"/>
                </a:lnTo>
                <a:lnTo>
                  <a:pt x="1141666" y="86201"/>
                </a:lnTo>
                <a:lnTo>
                  <a:pt x="1141666" y="111252"/>
                </a:lnTo>
                <a:lnTo>
                  <a:pt x="1095946" y="111252"/>
                </a:lnTo>
                <a:lnTo>
                  <a:pt x="1095946" y="132398"/>
                </a:lnTo>
                <a:lnTo>
                  <a:pt x="1151762" y="132398"/>
                </a:lnTo>
                <a:lnTo>
                  <a:pt x="1151762" y="160020"/>
                </a:lnTo>
                <a:lnTo>
                  <a:pt x="1064418" y="160020"/>
                </a:lnTo>
                <a:close/>
                <a:moveTo>
                  <a:pt x="3400044" y="40004"/>
                </a:moveTo>
                <a:lnTo>
                  <a:pt x="3416808" y="40004"/>
                </a:lnTo>
                <a:lnTo>
                  <a:pt x="3465481" y="160019"/>
                </a:lnTo>
                <a:lnTo>
                  <a:pt x="3447288" y="160019"/>
                </a:lnTo>
                <a:lnTo>
                  <a:pt x="3435382" y="129920"/>
                </a:lnTo>
                <a:lnTo>
                  <a:pt x="3381851" y="129920"/>
                </a:lnTo>
                <a:lnTo>
                  <a:pt x="3370421" y="160019"/>
                </a:lnTo>
                <a:lnTo>
                  <a:pt x="3352800" y="160019"/>
                </a:lnTo>
                <a:close/>
                <a:moveTo>
                  <a:pt x="2992183" y="40004"/>
                </a:moveTo>
                <a:lnTo>
                  <a:pt x="3036379" y="40004"/>
                </a:lnTo>
                <a:cubicBezTo>
                  <a:pt x="3044475" y="40004"/>
                  <a:pt x="3051524" y="41433"/>
                  <a:pt x="3057429" y="44290"/>
                </a:cubicBezTo>
                <a:cubicBezTo>
                  <a:pt x="3063334" y="47148"/>
                  <a:pt x="3067907" y="51244"/>
                  <a:pt x="3071145" y="56482"/>
                </a:cubicBezTo>
                <a:cubicBezTo>
                  <a:pt x="3074384" y="61721"/>
                  <a:pt x="3076003" y="68008"/>
                  <a:pt x="3076003" y="75151"/>
                </a:cubicBezTo>
                <a:cubicBezTo>
                  <a:pt x="3076003" y="81152"/>
                  <a:pt x="3074669" y="86486"/>
                  <a:pt x="3072098" y="91058"/>
                </a:cubicBezTo>
                <a:cubicBezTo>
                  <a:pt x="3069431" y="95630"/>
                  <a:pt x="3065716" y="99440"/>
                  <a:pt x="3060953" y="102298"/>
                </a:cubicBezTo>
                <a:cubicBezTo>
                  <a:pt x="3056191" y="105155"/>
                  <a:pt x="3050571" y="107155"/>
                  <a:pt x="3044189" y="108108"/>
                </a:cubicBezTo>
                <a:lnTo>
                  <a:pt x="3081623" y="160019"/>
                </a:lnTo>
                <a:lnTo>
                  <a:pt x="3061906" y="160019"/>
                </a:lnTo>
                <a:lnTo>
                  <a:pt x="3026568" y="110203"/>
                </a:lnTo>
                <a:lnTo>
                  <a:pt x="3008280" y="110203"/>
                </a:lnTo>
                <a:lnTo>
                  <a:pt x="3008280" y="160019"/>
                </a:lnTo>
                <a:lnTo>
                  <a:pt x="2992183" y="160019"/>
                </a:lnTo>
                <a:close/>
                <a:moveTo>
                  <a:pt x="2836449" y="40004"/>
                </a:moveTo>
                <a:lnTo>
                  <a:pt x="2853213" y="40004"/>
                </a:lnTo>
                <a:lnTo>
                  <a:pt x="2901886" y="160019"/>
                </a:lnTo>
                <a:lnTo>
                  <a:pt x="2883693" y="160019"/>
                </a:lnTo>
                <a:lnTo>
                  <a:pt x="2871787" y="129920"/>
                </a:lnTo>
                <a:lnTo>
                  <a:pt x="2818256" y="129920"/>
                </a:lnTo>
                <a:lnTo>
                  <a:pt x="2806826" y="160019"/>
                </a:lnTo>
                <a:lnTo>
                  <a:pt x="2789205" y="160019"/>
                </a:lnTo>
                <a:close/>
                <a:moveTo>
                  <a:pt x="2575559" y="40004"/>
                </a:moveTo>
                <a:lnTo>
                  <a:pt x="2591275" y="40004"/>
                </a:lnTo>
                <a:lnTo>
                  <a:pt x="2638228" y="115878"/>
                </a:lnTo>
                <a:lnTo>
                  <a:pt x="2635186" y="120967"/>
                </a:lnTo>
                <a:lnTo>
                  <a:pt x="2641377" y="120967"/>
                </a:lnTo>
                <a:lnTo>
                  <a:pt x="2638228" y="115878"/>
                </a:lnTo>
                <a:lnTo>
                  <a:pt x="2683572" y="40004"/>
                </a:lnTo>
                <a:lnTo>
                  <a:pt x="2698813" y="40004"/>
                </a:lnTo>
                <a:lnTo>
                  <a:pt x="2698813" y="160019"/>
                </a:lnTo>
                <a:lnTo>
                  <a:pt x="2683001" y="160019"/>
                </a:lnTo>
                <a:lnTo>
                  <a:pt x="2683180" y="68112"/>
                </a:lnTo>
                <a:lnTo>
                  <a:pt x="2686335" y="62959"/>
                </a:lnTo>
                <a:lnTo>
                  <a:pt x="2683192" y="61912"/>
                </a:lnTo>
                <a:lnTo>
                  <a:pt x="2683180" y="68112"/>
                </a:lnTo>
                <a:lnTo>
                  <a:pt x="2643472" y="132968"/>
                </a:lnTo>
                <a:lnTo>
                  <a:pt x="2630995" y="132968"/>
                </a:lnTo>
                <a:lnTo>
                  <a:pt x="2590142" y="66975"/>
                </a:lnTo>
                <a:lnTo>
                  <a:pt x="2590132" y="61912"/>
                </a:lnTo>
                <a:lnTo>
                  <a:pt x="2587656" y="62959"/>
                </a:lnTo>
                <a:lnTo>
                  <a:pt x="2590142" y="66975"/>
                </a:lnTo>
                <a:lnTo>
                  <a:pt x="2590323" y="160019"/>
                </a:lnTo>
                <a:lnTo>
                  <a:pt x="2575559" y="160019"/>
                </a:lnTo>
                <a:close/>
                <a:moveTo>
                  <a:pt x="2284952" y="40004"/>
                </a:moveTo>
                <a:lnTo>
                  <a:pt x="2360199" y="40004"/>
                </a:lnTo>
                <a:lnTo>
                  <a:pt x="2360199" y="54387"/>
                </a:lnTo>
                <a:lnTo>
                  <a:pt x="2301049" y="54387"/>
                </a:lnTo>
                <a:lnTo>
                  <a:pt x="2301049" y="90106"/>
                </a:lnTo>
                <a:lnTo>
                  <a:pt x="2352580" y="90106"/>
                </a:lnTo>
                <a:lnTo>
                  <a:pt x="2352580" y="103917"/>
                </a:lnTo>
                <a:lnTo>
                  <a:pt x="2301049" y="103917"/>
                </a:lnTo>
                <a:lnTo>
                  <a:pt x="2301049" y="145541"/>
                </a:lnTo>
                <a:lnTo>
                  <a:pt x="2360771" y="145541"/>
                </a:lnTo>
                <a:lnTo>
                  <a:pt x="2360771" y="160019"/>
                </a:lnTo>
                <a:lnTo>
                  <a:pt x="2284952" y="160019"/>
                </a:lnTo>
                <a:close/>
                <a:moveTo>
                  <a:pt x="2091594" y="40004"/>
                </a:moveTo>
                <a:lnTo>
                  <a:pt x="2127884" y="40004"/>
                </a:lnTo>
                <a:cubicBezTo>
                  <a:pt x="2139695" y="40004"/>
                  <a:pt x="2150077" y="42576"/>
                  <a:pt x="2159126" y="47624"/>
                </a:cubicBezTo>
                <a:cubicBezTo>
                  <a:pt x="2168175" y="52672"/>
                  <a:pt x="2175319" y="59816"/>
                  <a:pt x="2180462" y="68865"/>
                </a:cubicBezTo>
                <a:cubicBezTo>
                  <a:pt x="2185606" y="77914"/>
                  <a:pt x="2188177" y="88296"/>
                  <a:pt x="2188177" y="100012"/>
                </a:cubicBezTo>
                <a:cubicBezTo>
                  <a:pt x="2188177" y="108775"/>
                  <a:pt x="2186749" y="116776"/>
                  <a:pt x="2183796" y="124110"/>
                </a:cubicBezTo>
                <a:cubicBezTo>
                  <a:pt x="2180843" y="131444"/>
                  <a:pt x="2176748" y="137731"/>
                  <a:pt x="2171318" y="143065"/>
                </a:cubicBezTo>
                <a:cubicBezTo>
                  <a:pt x="2165984" y="148399"/>
                  <a:pt x="2159602" y="152590"/>
                  <a:pt x="2152173" y="155447"/>
                </a:cubicBezTo>
                <a:cubicBezTo>
                  <a:pt x="2144839" y="158400"/>
                  <a:pt x="2136743" y="159829"/>
                  <a:pt x="2127884" y="159829"/>
                </a:cubicBezTo>
                <a:lnTo>
                  <a:pt x="2091594" y="159829"/>
                </a:lnTo>
                <a:close/>
                <a:moveTo>
                  <a:pt x="1806892" y="40004"/>
                </a:moveTo>
                <a:lnTo>
                  <a:pt x="1843944" y="40004"/>
                </a:lnTo>
                <a:lnTo>
                  <a:pt x="1888331" y="160019"/>
                </a:lnTo>
                <a:lnTo>
                  <a:pt x="1852803" y="160019"/>
                </a:lnTo>
                <a:lnTo>
                  <a:pt x="1845278" y="137159"/>
                </a:lnTo>
                <a:lnTo>
                  <a:pt x="1804701" y="137159"/>
                </a:lnTo>
                <a:lnTo>
                  <a:pt x="1797272" y="160019"/>
                </a:lnTo>
                <a:lnTo>
                  <a:pt x="1762601" y="160019"/>
                </a:lnTo>
                <a:close/>
                <a:moveTo>
                  <a:pt x="1645253" y="40004"/>
                </a:moveTo>
                <a:lnTo>
                  <a:pt x="1676781" y="40004"/>
                </a:lnTo>
                <a:lnTo>
                  <a:pt x="1676781" y="160019"/>
                </a:lnTo>
                <a:lnTo>
                  <a:pt x="1645253" y="160019"/>
                </a:lnTo>
                <a:close/>
                <a:moveTo>
                  <a:pt x="1246632" y="40004"/>
                </a:moveTo>
                <a:lnTo>
                  <a:pt x="1277969" y="40004"/>
                </a:lnTo>
                <a:lnTo>
                  <a:pt x="1323689" y="108965"/>
                </a:lnTo>
                <a:lnTo>
                  <a:pt x="1323689" y="40004"/>
                </a:lnTo>
                <a:lnTo>
                  <a:pt x="1354169" y="40004"/>
                </a:lnTo>
                <a:lnTo>
                  <a:pt x="1354169" y="160019"/>
                </a:lnTo>
                <a:lnTo>
                  <a:pt x="1322832" y="160019"/>
                </a:lnTo>
                <a:lnTo>
                  <a:pt x="1277112" y="90010"/>
                </a:lnTo>
                <a:lnTo>
                  <a:pt x="1277112" y="160019"/>
                </a:lnTo>
                <a:lnTo>
                  <a:pt x="1246632" y="160019"/>
                </a:lnTo>
                <a:close/>
                <a:moveTo>
                  <a:pt x="933640" y="40004"/>
                </a:moveTo>
                <a:lnTo>
                  <a:pt x="965168" y="40004"/>
                </a:lnTo>
                <a:lnTo>
                  <a:pt x="965168" y="160019"/>
                </a:lnTo>
                <a:lnTo>
                  <a:pt x="933640" y="160019"/>
                </a:lnTo>
                <a:close/>
                <a:moveTo>
                  <a:pt x="742568" y="40004"/>
                </a:moveTo>
                <a:lnTo>
                  <a:pt x="792384" y="40004"/>
                </a:lnTo>
                <a:cubicBezTo>
                  <a:pt x="801528" y="40004"/>
                  <a:pt x="809529" y="41433"/>
                  <a:pt x="816387" y="44386"/>
                </a:cubicBezTo>
                <a:cubicBezTo>
                  <a:pt x="823245" y="47243"/>
                  <a:pt x="828484" y="51529"/>
                  <a:pt x="832293" y="57054"/>
                </a:cubicBezTo>
                <a:cubicBezTo>
                  <a:pt x="836008" y="62578"/>
                  <a:pt x="837913" y="69246"/>
                  <a:pt x="837913" y="77056"/>
                </a:cubicBezTo>
                <a:cubicBezTo>
                  <a:pt x="837913" y="82867"/>
                  <a:pt x="836866" y="88010"/>
                  <a:pt x="834675" y="92487"/>
                </a:cubicBezTo>
                <a:cubicBezTo>
                  <a:pt x="832484" y="96868"/>
                  <a:pt x="829626" y="100678"/>
                  <a:pt x="826007" y="103726"/>
                </a:cubicBezTo>
                <a:cubicBezTo>
                  <a:pt x="822387" y="106774"/>
                  <a:pt x="818292" y="109060"/>
                  <a:pt x="813720" y="110584"/>
                </a:cubicBezTo>
                <a:lnTo>
                  <a:pt x="844676" y="160114"/>
                </a:lnTo>
                <a:lnTo>
                  <a:pt x="807433" y="160114"/>
                </a:lnTo>
                <a:lnTo>
                  <a:pt x="782859" y="117347"/>
                </a:lnTo>
                <a:lnTo>
                  <a:pt x="774286" y="117347"/>
                </a:lnTo>
                <a:lnTo>
                  <a:pt x="774286" y="160114"/>
                </a:lnTo>
                <a:lnTo>
                  <a:pt x="742759" y="160114"/>
                </a:lnTo>
                <a:lnTo>
                  <a:pt x="742568" y="160019"/>
                </a:lnTo>
                <a:close/>
                <a:moveTo>
                  <a:pt x="560355" y="40004"/>
                </a:moveTo>
                <a:lnTo>
                  <a:pt x="647032" y="40004"/>
                </a:lnTo>
                <a:lnTo>
                  <a:pt x="647032" y="67246"/>
                </a:lnTo>
                <a:lnTo>
                  <a:pt x="591883" y="67246"/>
                </a:lnTo>
                <a:lnTo>
                  <a:pt x="591883" y="86200"/>
                </a:lnTo>
                <a:lnTo>
                  <a:pt x="637603" y="86200"/>
                </a:lnTo>
                <a:lnTo>
                  <a:pt x="637603" y="111251"/>
                </a:lnTo>
                <a:lnTo>
                  <a:pt x="591883" y="111251"/>
                </a:lnTo>
                <a:lnTo>
                  <a:pt x="591883" y="132397"/>
                </a:lnTo>
                <a:lnTo>
                  <a:pt x="647699" y="132397"/>
                </a:lnTo>
                <a:lnTo>
                  <a:pt x="647699" y="160019"/>
                </a:lnTo>
                <a:lnTo>
                  <a:pt x="560355" y="160019"/>
                </a:lnTo>
                <a:close/>
                <a:moveTo>
                  <a:pt x="374332" y="40004"/>
                </a:moveTo>
                <a:lnTo>
                  <a:pt x="424053" y="40004"/>
                </a:lnTo>
                <a:cubicBezTo>
                  <a:pt x="433101" y="40004"/>
                  <a:pt x="441102" y="41623"/>
                  <a:pt x="448246" y="44767"/>
                </a:cubicBezTo>
                <a:cubicBezTo>
                  <a:pt x="455390" y="47910"/>
                  <a:pt x="460914" y="52577"/>
                  <a:pt x="465010" y="58673"/>
                </a:cubicBezTo>
                <a:cubicBezTo>
                  <a:pt x="469106" y="64769"/>
                  <a:pt x="471106" y="72008"/>
                  <a:pt x="471106" y="80485"/>
                </a:cubicBezTo>
                <a:cubicBezTo>
                  <a:pt x="471106" y="88963"/>
                  <a:pt x="469201" y="96487"/>
                  <a:pt x="465486" y="102488"/>
                </a:cubicBezTo>
                <a:cubicBezTo>
                  <a:pt x="461676" y="108489"/>
                  <a:pt x="456247" y="113156"/>
                  <a:pt x="449199" y="116299"/>
                </a:cubicBezTo>
                <a:cubicBezTo>
                  <a:pt x="442055" y="119443"/>
                  <a:pt x="433482" y="121062"/>
                  <a:pt x="423386" y="121062"/>
                </a:cubicBezTo>
                <a:lnTo>
                  <a:pt x="405955" y="121062"/>
                </a:lnTo>
                <a:lnTo>
                  <a:pt x="405955" y="160019"/>
                </a:lnTo>
                <a:lnTo>
                  <a:pt x="374427" y="160019"/>
                </a:lnTo>
                <a:lnTo>
                  <a:pt x="374332" y="160019"/>
                </a:lnTo>
                <a:close/>
                <a:moveTo>
                  <a:pt x="171544" y="40004"/>
                </a:moveTo>
                <a:lnTo>
                  <a:pt x="209549" y="40004"/>
                </a:lnTo>
                <a:lnTo>
                  <a:pt x="229266" y="74866"/>
                </a:lnTo>
                <a:lnTo>
                  <a:pt x="249364" y="40004"/>
                </a:lnTo>
                <a:lnTo>
                  <a:pt x="286416" y="40004"/>
                </a:lnTo>
                <a:lnTo>
                  <a:pt x="250888" y="99535"/>
                </a:lnTo>
                <a:lnTo>
                  <a:pt x="287178" y="160019"/>
                </a:lnTo>
                <a:lnTo>
                  <a:pt x="248792" y="160019"/>
                </a:lnTo>
                <a:lnTo>
                  <a:pt x="228123" y="122967"/>
                </a:lnTo>
                <a:lnTo>
                  <a:pt x="207739" y="160019"/>
                </a:lnTo>
                <a:lnTo>
                  <a:pt x="170306" y="160019"/>
                </a:lnTo>
                <a:lnTo>
                  <a:pt x="170211" y="160019"/>
                </a:lnTo>
                <a:lnTo>
                  <a:pt x="206787" y="98964"/>
                </a:lnTo>
                <a:close/>
                <a:moveTo>
                  <a:pt x="0" y="40004"/>
                </a:moveTo>
                <a:lnTo>
                  <a:pt x="86678" y="40004"/>
                </a:lnTo>
                <a:lnTo>
                  <a:pt x="86678" y="67246"/>
                </a:lnTo>
                <a:lnTo>
                  <a:pt x="31528" y="67246"/>
                </a:lnTo>
                <a:lnTo>
                  <a:pt x="31528" y="86200"/>
                </a:lnTo>
                <a:lnTo>
                  <a:pt x="77248" y="86200"/>
                </a:lnTo>
                <a:lnTo>
                  <a:pt x="77248" y="111251"/>
                </a:lnTo>
                <a:lnTo>
                  <a:pt x="31528" y="111251"/>
                </a:lnTo>
                <a:lnTo>
                  <a:pt x="31528" y="132397"/>
                </a:lnTo>
                <a:lnTo>
                  <a:pt x="87344" y="132397"/>
                </a:lnTo>
                <a:lnTo>
                  <a:pt x="87344" y="160019"/>
                </a:lnTo>
                <a:lnTo>
                  <a:pt x="0" y="160019"/>
                </a:lnTo>
                <a:close/>
                <a:moveTo>
                  <a:pt x="3229641" y="37528"/>
                </a:moveTo>
                <a:cubicBezTo>
                  <a:pt x="3238689" y="37528"/>
                  <a:pt x="3246214" y="38671"/>
                  <a:pt x="3252882" y="40862"/>
                </a:cubicBezTo>
                <a:cubicBezTo>
                  <a:pt x="3259549" y="43052"/>
                  <a:pt x="3265264" y="46196"/>
                  <a:pt x="3270027" y="50196"/>
                </a:cubicBezTo>
                <a:lnTo>
                  <a:pt x="3261454" y="63436"/>
                </a:lnTo>
                <a:cubicBezTo>
                  <a:pt x="3257549" y="59912"/>
                  <a:pt x="3253072" y="57340"/>
                  <a:pt x="3247929" y="55626"/>
                </a:cubicBezTo>
                <a:cubicBezTo>
                  <a:pt x="3242785" y="53911"/>
                  <a:pt x="3237070" y="53054"/>
                  <a:pt x="3230879" y="53054"/>
                </a:cubicBezTo>
                <a:cubicBezTo>
                  <a:pt x="3223830" y="53054"/>
                  <a:pt x="3217449" y="54197"/>
                  <a:pt x="3211734" y="56292"/>
                </a:cubicBezTo>
                <a:cubicBezTo>
                  <a:pt x="3206019" y="58483"/>
                  <a:pt x="3201161" y="61626"/>
                  <a:pt x="3197065" y="65722"/>
                </a:cubicBezTo>
                <a:cubicBezTo>
                  <a:pt x="3193065" y="69818"/>
                  <a:pt x="3189921" y="74771"/>
                  <a:pt x="3187731" y="80486"/>
                </a:cubicBezTo>
                <a:cubicBezTo>
                  <a:pt x="3185540" y="86201"/>
                  <a:pt x="3184492" y="92773"/>
                  <a:pt x="3184492" y="99917"/>
                </a:cubicBezTo>
                <a:cubicBezTo>
                  <a:pt x="3184492" y="109823"/>
                  <a:pt x="3186397" y="118395"/>
                  <a:pt x="3190303" y="125349"/>
                </a:cubicBezTo>
                <a:cubicBezTo>
                  <a:pt x="3194112" y="132397"/>
                  <a:pt x="3199637" y="137731"/>
                  <a:pt x="3206686" y="141446"/>
                </a:cubicBezTo>
                <a:cubicBezTo>
                  <a:pt x="3213734" y="145161"/>
                  <a:pt x="3222116" y="146970"/>
                  <a:pt x="3231831" y="146970"/>
                </a:cubicBezTo>
                <a:cubicBezTo>
                  <a:pt x="3238023" y="146970"/>
                  <a:pt x="3244023" y="146018"/>
                  <a:pt x="3249834" y="144208"/>
                </a:cubicBezTo>
                <a:cubicBezTo>
                  <a:pt x="3255644" y="142398"/>
                  <a:pt x="3260978" y="139350"/>
                  <a:pt x="3266026" y="135064"/>
                </a:cubicBezTo>
                <a:lnTo>
                  <a:pt x="3273551" y="148780"/>
                </a:lnTo>
                <a:cubicBezTo>
                  <a:pt x="3267646" y="153447"/>
                  <a:pt x="3261073" y="156876"/>
                  <a:pt x="3253834" y="159162"/>
                </a:cubicBezTo>
                <a:cubicBezTo>
                  <a:pt x="3246500" y="161448"/>
                  <a:pt x="3238499" y="162687"/>
                  <a:pt x="3229641" y="162687"/>
                </a:cubicBezTo>
                <a:lnTo>
                  <a:pt x="3229450" y="162591"/>
                </a:lnTo>
                <a:cubicBezTo>
                  <a:pt x="3217068" y="162591"/>
                  <a:pt x="3206209" y="160019"/>
                  <a:pt x="3196875" y="154876"/>
                </a:cubicBezTo>
                <a:cubicBezTo>
                  <a:pt x="3187540" y="149733"/>
                  <a:pt x="3180396" y="142398"/>
                  <a:pt x="3175253" y="133064"/>
                </a:cubicBezTo>
                <a:cubicBezTo>
                  <a:pt x="3170110" y="123729"/>
                  <a:pt x="3167633" y="112680"/>
                  <a:pt x="3167633" y="100107"/>
                </a:cubicBezTo>
                <a:cubicBezTo>
                  <a:pt x="3167633" y="91059"/>
                  <a:pt x="3169157" y="82677"/>
                  <a:pt x="3172205" y="75057"/>
                </a:cubicBezTo>
                <a:cubicBezTo>
                  <a:pt x="3175253" y="67436"/>
                  <a:pt x="3179539" y="60864"/>
                  <a:pt x="3185064" y="55245"/>
                </a:cubicBezTo>
                <a:cubicBezTo>
                  <a:pt x="3190588" y="49625"/>
                  <a:pt x="3197161" y="45339"/>
                  <a:pt x="3204780" y="42195"/>
                </a:cubicBezTo>
                <a:cubicBezTo>
                  <a:pt x="3212401" y="39052"/>
                  <a:pt x="3220592" y="37528"/>
                  <a:pt x="3229641" y="37528"/>
                </a:cubicBezTo>
                <a:close/>
                <a:moveTo>
                  <a:pt x="1509712" y="37528"/>
                </a:moveTo>
                <a:cubicBezTo>
                  <a:pt x="1520094" y="37528"/>
                  <a:pt x="1528667" y="38861"/>
                  <a:pt x="1535525" y="41433"/>
                </a:cubicBezTo>
                <a:cubicBezTo>
                  <a:pt x="1542383" y="44005"/>
                  <a:pt x="1548574" y="47720"/>
                  <a:pt x="1554289" y="52577"/>
                </a:cubicBezTo>
                <a:lnTo>
                  <a:pt x="1538668" y="78485"/>
                </a:lnTo>
                <a:cubicBezTo>
                  <a:pt x="1535429" y="75152"/>
                  <a:pt x="1531619" y="72580"/>
                  <a:pt x="1527048" y="70866"/>
                </a:cubicBezTo>
                <a:cubicBezTo>
                  <a:pt x="1522475" y="69151"/>
                  <a:pt x="1517427" y="68294"/>
                  <a:pt x="1511807" y="68294"/>
                </a:cubicBezTo>
                <a:cubicBezTo>
                  <a:pt x="1506569" y="68294"/>
                  <a:pt x="1501997" y="69056"/>
                  <a:pt x="1497901" y="70485"/>
                </a:cubicBezTo>
                <a:cubicBezTo>
                  <a:pt x="1493805" y="72009"/>
                  <a:pt x="1490471" y="74104"/>
                  <a:pt x="1487709" y="76866"/>
                </a:cubicBezTo>
                <a:cubicBezTo>
                  <a:pt x="1484947" y="79628"/>
                  <a:pt x="1482851" y="82962"/>
                  <a:pt x="1481327" y="86868"/>
                </a:cubicBezTo>
                <a:cubicBezTo>
                  <a:pt x="1479899" y="90773"/>
                  <a:pt x="1479137" y="95250"/>
                  <a:pt x="1479137" y="100107"/>
                </a:cubicBezTo>
                <a:cubicBezTo>
                  <a:pt x="1479137" y="106775"/>
                  <a:pt x="1480470" y="112395"/>
                  <a:pt x="1483042" y="117157"/>
                </a:cubicBezTo>
                <a:cubicBezTo>
                  <a:pt x="1485709" y="121920"/>
                  <a:pt x="1489424" y="125539"/>
                  <a:pt x="1494377" y="128111"/>
                </a:cubicBezTo>
                <a:cubicBezTo>
                  <a:pt x="1499330" y="130683"/>
                  <a:pt x="1505235" y="131921"/>
                  <a:pt x="1512284" y="131921"/>
                </a:cubicBezTo>
                <a:cubicBezTo>
                  <a:pt x="1517427" y="131921"/>
                  <a:pt x="1522571" y="131159"/>
                  <a:pt x="1527714" y="129540"/>
                </a:cubicBezTo>
                <a:cubicBezTo>
                  <a:pt x="1532858" y="127920"/>
                  <a:pt x="1537811" y="125444"/>
                  <a:pt x="1542478" y="122015"/>
                </a:cubicBezTo>
                <a:lnTo>
                  <a:pt x="1556861" y="148399"/>
                </a:lnTo>
                <a:cubicBezTo>
                  <a:pt x="1551336" y="152590"/>
                  <a:pt x="1544764" y="156019"/>
                  <a:pt x="1536858" y="158686"/>
                </a:cubicBezTo>
                <a:cubicBezTo>
                  <a:pt x="1529048" y="161353"/>
                  <a:pt x="1519808" y="162687"/>
                  <a:pt x="1509140" y="162687"/>
                </a:cubicBezTo>
                <a:lnTo>
                  <a:pt x="1509331" y="162591"/>
                </a:lnTo>
                <a:cubicBezTo>
                  <a:pt x="1496853" y="162591"/>
                  <a:pt x="1485899" y="160019"/>
                  <a:pt x="1476374" y="154971"/>
                </a:cubicBezTo>
                <a:cubicBezTo>
                  <a:pt x="1466849" y="149923"/>
                  <a:pt x="1459420" y="142684"/>
                  <a:pt x="1454086" y="133445"/>
                </a:cubicBezTo>
                <a:cubicBezTo>
                  <a:pt x="1448752" y="124110"/>
                  <a:pt x="1446085" y="113157"/>
                  <a:pt x="1446085" y="100488"/>
                </a:cubicBezTo>
                <a:cubicBezTo>
                  <a:pt x="1446085" y="91249"/>
                  <a:pt x="1447609" y="82772"/>
                  <a:pt x="1450752" y="75057"/>
                </a:cubicBezTo>
                <a:cubicBezTo>
                  <a:pt x="1453895" y="67341"/>
                  <a:pt x="1458277" y="60674"/>
                  <a:pt x="1463992" y="55054"/>
                </a:cubicBezTo>
                <a:cubicBezTo>
                  <a:pt x="1469707" y="49434"/>
                  <a:pt x="1476470" y="45148"/>
                  <a:pt x="1484185" y="42100"/>
                </a:cubicBezTo>
                <a:cubicBezTo>
                  <a:pt x="1491900" y="39052"/>
                  <a:pt x="1500473" y="37528"/>
                  <a:pt x="1509712" y="37528"/>
                </a:cubicBezTo>
                <a:close/>
                <a:moveTo>
                  <a:pt x="1093374" y="0"/>
                </a:moveTo>
                <a:lnTo>
                  <a:pt x="1121378" y="0"/>
                </a:lnTo>
                <a:lnTo>
                  <a:pt x="1148143" y="29813"/>
                </a:lnTo>
                <a:lnTo>
                  <a:pt x="1117663" y="29813"/>
                </a:lnTo>
                <a:lnTo>
                  <a:pt x="1106995" y="17526"/>
                </a:lnTo>
                <a:lnTo>
                  <a:pt x="1096136" y="29813"/>
                </a:lnTo>
                <a:lnTo>
                  <a:pt x="1066704" y="29813"/>
                </a:lnTo>
                <a:lnTo>
                  <a:pt x="1066609" y="29813"/>
                </a:lnTo>
                <a:close/>
              </a:path>
            </a:pathLst>
          </a:custGeom>
          <a:solidFill>
            <a:srgbClr val="636466"/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76DE84F6-F170-6E56-41F9-4B72DC9A7C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063" y="833438"/>
            <a:ext cx="3957874" cy="5194300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F56FEEE8-16F2-5DEA-E75D-155585645367}"/>
              </a:ext>
            </a:extLst>
          </p:cNvPr>
          <p:cNvSpPr txBox="1"/>
          <p:nvPr/>
        </p:nvSpPr>
        <p:spPr>
          <a:xfrm>
            <a:off x="10092444" y="6264811"/>
            <a:ext cx="1785890" cy="27568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>
              <a:lnSpc>
                <a:spcPts val="1800"/>
              </a:lnSpc>
            </a:pPr>
            <a:r>
              <a:rPr lang="pt-BR" sz="1600" dirty="0">
                <a:solidFill>
                  <a:srgbClr val="636466"/>
                </a:solidFill>
                <a:highlight>
                  <a:srgbClr val="FFCB05"/>
                </a:highlight>
                <a:latin typeface="Geologica" pitchFamily="2" charset="0"/>
              </a:rPr>
              <a:t>TOTAL PEÇAS: 01 </a:t>
            </a:r>
            <a:endParaRPr lang="pt-BR" sz="1600" b="1" dirty="0">
              <a:solidFill>
                <a:srgbClr val="636466"/>
              </a:solidFill>
              <a:highlight>
                <a:srgbClr val="FFCB05"/>
              </a:highlight>
              <a:latin typeface="Geolog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201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A32CC-D0A1-D5DC-79FF-244FCE93C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Padrão do plano de fundo&#10;&#10;Descrição gerada automaticamente">
            <a:extLst>
              <a:ext uri="{FF2B5EF4-FFF2-40B4-BE49-F238E27FC236}">
                <a16:creationId xmlns:a16="http://schemas.microsoft.com/office/drawing/2014/main" id="{2554ADF4-9B5F-59DB-0FA1-303149A4B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063" y="833438"/>
            <a:ext cx="3957874" cy="5194301"/>
          </a:xfrm>
          <a:prstGeom prst="rect">
            <a:avLst/>
          </a:prstGeom>
        </p:spPr>
      </p:pic>
      <p:sp>
        <p:nvSpPr>
          <p:cNvPr id="11" name="Gráfico 9">
            <a:extLst>
              <a:ext uri="{FF2B5EF4-FFF2-40B4-BE49-F238E27FC236}">
                <a16:creationId xmlns:a16="http://schemas.microsoft.com/office/drawing/2014/main" id="{E368549E-3047-D922-2813-53EF6296E98F}"/>
              </a:ext>
            </a:extLst>
          </p:cNvPr>
          <p:cNvSpPr/>
          <p:nvPr/>
        </p:nvSpPr>
        <p:spPr>
          <a:xfrm>
            <a:off x="10095932" y="318476"/>
            <a:ext cx="1782402" cy="891169"/>
          </a:xfrm>
          <a:custGeom>
            <a:avLst/>
            <a:gdLst>
              <a:gd name="csX0" fmla="*/ 1692878 w 2630900"/>
              <a:gd name="csY0" fmla="*/ 193358 h 1315402"/>
              <a:gd name="csX1" fmla="*/ 1354931 w 2630900"/>
              <a:gd name="csY1" fmla="*/ 480346 h 1315402"/>
              <a:gd name="csX2" fmla="*/ 1692878 w 2630900"/>
              <a:gd name="csY2" fmla="*/ 480346 h 1315402"/>
              <a:gd name="csX3" fmla="*/ 1692878 w 2630900"/>
              <a:gd name="csY3" fmla="*/ 668941 h 1315402"/>
              <a:gd name="csX4" fmla="*/ 930878 w 2630900"/>
              <a:gd name="csY4" fmla="*/ 1315403 h 1315402"/>
              <a:gd name="csX5" fmla="*/ 930878 w 2630900"/>
              <a:gd name="csY5" fmla="*/ 1063752 h 1315402"/>
              <a:gd name="csX6" fmla="*/ 1396460 w 2630900"/>
              <a:gd name="csY6" fmla="*/ 668941 h 1315402"/>
              <a:gd name="csX7" fmla="*/ 1056894 w 2630900"/>
              <a:gd name="csY7" fmla="*/ 668941 h 1315402"/>
              <a:gd name="csX8" fmla="*/ 1056894 w 2630900"/>
              <a:gd name="csY8" fmla="*/ 480346 h 1315402"/>
              <a:gd name="csX9" fmla="*/ 1395603 w 2630900"/>
              <a:gd name="csY9" fmla="*/ 193358 h 1315402"/>
              <a:gd name="csX10" fmla="*/ 930878 w 2630900"/>
              <a:gd name="csY10" fmla="*/ 193358 h 1315402"/>
              <a:gd name="csX11" fmla="*/ 930878 w 2630900"/>
              <a:gd name="csY11" fmla="*/ 0 h 1315402"/>
              <a:gd name="csX12" fmla="*/ 1692878 w 2630900"/>
              <a:gd name="csY12" fmla="*/ 0 h 1315402"/>
              <a:gd name="csX13" fmla="*/ 1692878 w 2630900"/>
              <a:gd name="csY13" fmla="*/ 193358 h 1315402"/>
              <a:gd name="csX14" fmla="*/ 646367 w 2630900"/>
              <a:gd name="csY14" fmla="*/ 381 h 1315402"/>
              <a:gd name="csX15" fmla="*/ 646367 w 2630900"/>
              <a:gd name="csY15" fmla="*/ 468059 h 1315402"/>
              <a:gd name="csX16" fmla="*/ 250031 w 2630900"/>
              <a:gd name="csY16" fmla="*/ 857 h 1315402"/>
              <a:gd name="csX17" fmla="*/ 0 w 2630900"/>
              <a:gd name="csY17" fmla="*/ 857 h 1315402"/>
              <a:gd name="csX18" fmla="*/ 646367 w 2630900"/>
              <a:gd name="csY18" fmla="*/ 765143 h 1315402"/>
              <a:gd name="csX19" fmla="*/ 839629 w 2630900"/>
              <a:gd name="csY19" fmla="*/ 765143 h 1315402"/>
              <a:gd name="csX20" fmla="*/ 839629 w 2630900"/>
              <a:gd name="csY20" fmla="*/ 381 h 1315402"/>
              <a:gd name="csX21" fmla="*/ 646367 w 2630900"/>
              <a:gd name="csY21" fmla="*/ 381 h 1315402"/>
              <a:gd name="csX22" fmla="*/ 2630900 w 2630900"/>
              <a:gd name="csY22" fmla="*/ 765048 h 1315402"/>
              <a:gd name="csX23" fmla="*/ 1984439 w 2630900"/>
              <a:gd name="csY23" fmla="*/ 381 h 1315402"/>
              <a:gd name="csX24" fmla="*/ 1790986 w 2630900"/>
              <a:gd name="csY24" fmla="*/ 381 h 1315402"/>
              <a:gd name="csX25" fmla="*/ 1790986 w 2630900"/>
              <a:gd name="csY25" fmla="*/ 766763 h 1315402"/>
              <a:gd name="csX26" fmla="*/ 1984439 w 2630900"/>
              <a:gd name="csY26" fmla="*/ 766763 h 1315402"/>
              <a:gd name="csX27" fmla="*/ 1984439 w 2630900"/>
              <a:gd name="csY27" fmla="*/ 298990 h 1315402"/>
              <a:gd name="csX28" fmla="*/ 2380869 w 2630900"/>
              <a:gd name="csY28" fmla="*/ 765143 h 1315402"/>
              <a:gd name="csX29" fmla="*/ 2630900 w 2630900"/>
              <a:gd name="csY29" fmla="*/ 765143 h 13154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2630900" h="1315402">
                <a:moveTo>
                  <a:pt x="1692878" y="193358"/>
                </a:moveTo>
                <a:lnTo>
                  <a:pt x="1354931" y="480346"/>
                </a:lnTo>
                <a:lnTo>
                  <a:pt x="1692878" y="480346"/>
                </a:lnTo>
                <a:lnTo>
                  <a:pt x="1692878" y="668941"/>
                </a:lnTo>
                <a:lnTo>
                  <a:pt x="930878" y="1315403"/>
                </a:lnTo>
                <a:lnTo>
                  <a:pt x="930878" y="1063752"/>
                </a:lnTo>
                <a:cubicBezTo>
                  <a:pt x="930878" y="1063752"/>
                  <a:pt x="1396460" y="668941"/>
                  <a:pt x="1396460" y="668941"/>
                </a:cubicBezTo>
                <a:lnTo>
                  <a:pt x="1056894" y="668941"/>
                </a:lnTo>
                <a:lnTo>
                  <a:pt x="1056894" y="480346"/>
                </a:lnTo>
                <a:lnTo>
                  <a:pt x="1395603" y="193358"/>
                </a:lnTo>
                <a:lnTo>
                  <a:pt x="930878" y="193358"/>
                </a:lnTo>
                <a:lnTo>
                  <a:pt x="930878" y="0"/>
                </a:lnTo>
                <a:lnTo>
                  <a:pt x="1692878" y="0"/>
                </a:lnTo>
                <a:lnTo>
                  <a:pt x="1692878" y="193358"/>
                </a:lnTo>
                <a:close/>
                <a:moveTo>
                  <a:pt x="646367" y="381"/>
                </a:moveTo>
                <a:lnTo>
                  <a:pt x="646367" y="468059"/>
                </a:lnTo>
                <a:lnTo>
                  <a:pt x="250031" y="857"/>
                </a:lnTo>
                <a:lnTo>
                  <a:pt x="0" y="857"/>
                </a:lnTo>
                <a:lnTo>
                  <a:pt x="646367" y="765143"/>
                </a:lnTo>
                <a:lnTo>
                  <a:pt x="839629" y="765143"/>
                </a:lnTo>
                <a:lnTo>
                  <a:pt x="839629" y="381"/>
                </a:lnTo>
                <a:lnTo>
                  <a:pt x="646367" y="381"/>
                </a:lnTo>
                <a:close/>
                <a:moveTo>
                  <a:pt x="2630900" y="765048"/>
                </a:moveTo>
                <a:lnTo>
                  <a:pt x="1984439" y="381"/>
                </a:lnTo>
                <a:lnTo>
                  <a:pt x="1790986" y="381"/>
                </a:lnTo>
                <a:lnTo>
                  <a:pt x="1790986" y="766763"/>
                </a:lnTo>
                <a:lnTo>
                  <a:pt x="1984439" y="766763"/>
                </a:lnTo>
                <a:lnTo>
                  <a:pt x="1984439" y="298990"/>
                </a:lnTo>
                <a:lnTo>
                  <a:pt x="2380869" y="765143"/>
                </a:lnTo>
                <a:lnTo>
                  <a:pt x="2630900" y="765143"/>
                </a:lnTo>
                <a:close/>
              </a:path>
            </a:pathLst>
          </a:custGeom>
          <a:solidFill>
            <a:srgbClr val="FFCB05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15B9BA0-4BDB-AC6D-546B-4170B102ACD3}"/>
              </a:ext>
            </a:extLst>
          </p:cNvPr>
          <p:cNvSpPr txBox="1"/>
          <p:nvPr/>
        </p:nvSpPr>
        <p:spPr>
          <a:xfrm>
            <a:off x="264214" y="817859"/>
            <a:ext cx="3783595" cy="891169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>
              <a:lnSpc>
                <a:spcPts val="4000"/>
              </a:lnSpc>
            </a:pPr>
            <a:r>
              <a:rPr lang="pt-BR" sz="4000" dirty="0">
                <a:solidFill>
                  <a:srgbClr val="636466"/>
                </a:solidFill>
                <a:latin typeface="Geologica ExtraBold" pitchFamily="2" charset="0"/>
              </a:rPr>
              <a:t>SACOCHILA</a:t>
            </a:r>
          </a:p>
          <a:p>
            <a:pPr>
              <a:lnSpc>
                <a:spcPts val="4000"/>
              </a:lnSpc>
            </a:pPr>
            <a:r>
              <a:rPr lang="pt-BR" sz="4000" dirty="0">
                <a:solidFill>
                  <a:srgbClr val="636466"/>
                </a:solidFill>
                <a:latin typeface="Geologica ExtraBold" pitchFamily="2" charset="0"/>
              </a:rPr>
              <a:t>AZUL</a:t>
            </a:r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2497F057-9AC1-22A4-70E3-D6C6FBAC3E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1195" y="-531440"/>
            <a:ext cx="1683130" cy="334848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6C36E5A3-D95D-3DB5-40CF-A269550BF3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4132" y="-512505"/>
            <a:ext cx="347504" cy="315913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E6938B69-CDA4-38A0-B402-C6AA3A63FA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7832011" y="-512505"/>
            <a:ext cx="347504" cy="315913"/>
          </a:xfrm>
          <a:prstGeom prst="rect">
            <a:avLst/>
          </a:prstGeom>
        </p:spPr>
      </p:pic>
      <p:grpSp>
        <p:nvGrpSpPr>
          <p:cNvPr id="21" name="Agrupar 20">
            <a:extLst>
              <a:ext uri="{FF2B5EF4-FFF2-40B4-BE49-F238E27FC236}">
                <a16:creationId xmlns:a16="http://schemas.microsoft.com/office/drawing/2014/main" id="{6B952A98-B91A-7B68-F48F-9BE8B58A96E9}"/>
              </a:ext>
            </a:extLst>
          </p:cNvPr>
          <p:cNvGrpSpPr/>
          <p:nvPr/>
        </p:nvGrpSpPr>
        <p:grpSpPr>
          <a:xfrm>
            <a:off x="12595760" y="16542"/>
            <a:ext cx="1285003" cy="2584366"/>
            <a:chOff x="12595760" y="16542"/>
            <a:chExt cx="1285003" cy="2584366"/>
          </a:xfrm>
        </p:grpSpPr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23ABA8AD-B4D6-E65E-5A93-C9C2183A9DC4}"/>
                </a:ext>
              </a:extLst>
            </p:cNvPr>
            <p:cNvGrpSpPr/>
            <p:nvPr/>
          </p:nvGrpSpPr>
          <p:grpSpPr>
            <a:xfrm>
              <a:off x="12720736" y="315913"/>
              <a:ext cx="517525" cy="517525"/>
              <a:chOff x="12432704" y="315913"/>
              <a:chExt cx="517525" cy="517525"/>
            </a:xfrm>
          </p:grpSpPr>
          <p:sp>
            <p:nvSpPr>
              <p:cNvPr id="46" name="Retângulo: Cantos Arredondados 45">
                <a:extLst>
                  <a:ext uri="{FF2B5EF4-FFF2-40B4-BE49-F238E27FC236}">
                    <a16:creationId xmlns:a16="http://schemas.microsoft.com/office/drawing/2014/main" id="{88B2268C-41D4-19EB-37B5-BB1E1731B457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1E0E3768-1DD2-0E6E-763F-5E685C72075A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rgbClr val="636466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rgbClr val="636466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02B5FAB3-A09E-8842-4012-6CC0886B90EC}"/>
                </a:ext>
              </a:extLst>
            </p:cNvPr>
            <p:cNvGrpSpPr/>
            <p:nvPr/>
          </p:nvGrpSpPr>
          <p:grpSpPr>
            <a:xfrm>
              <a:off x="13307515" y="315913"/>
              <a:ext cx="517525" cy="517525"/>
              <a:chOff x="12432704" y="315913"/>
              <a:chExt cx="517525" cy="517525"/>
            </a:xfrm>
          </p:grpSpPr>
          <p:sp>
            <p:nvSpPr>
              <p:cNvPr id="44" name="Retângulo: Cantos Arredondados 43">
                <a:extLst>
                  <a:ext uri="{FF2B5EF4-FFF2-40B4-BE49-F238E27FC236}">
                    <a16:creationId xmlns:a16="http://schemas.microsoft.com/office/drawing/2014/main" id="{9B6182BE-6D4C-F2CF-CBA2-13A5CBA0C29F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rgbClr val="F0F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1EB931F4-4458-A0AE-EE19-268EB8FB7E5F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rgbClr val="636466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rgbClr val="636466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id="{8B1C8429-A8BE-C833-C3B5-C46BBB6E8F77}"/>
                </a:ext>
              </a:extLst>
            </p:cNvPr>
            <p:cNvGrpSpPr/>
            <p:nvPr/>
          </p:nvGrpSpPr>
          <p:grpSpPr>
            <a:xfrm>
              <a:off x="12734205" y="912254"/>
              <a:ext cx="517525" cy="517525"/>
              <a:chOff x="12432704" y="315913"/>
              <a:chExt cx="517525" cy="517525"/>
            </a:xfrm>
          </p:grpSpPr>
          <p:sp>
            <p:nvSpPr>
              <p:cNvPr id="42" name="Retângulo: Cantos Arredondados 41">
                <a:extLst>
                  <a:ext uri="{FF2B5EF4-FFF2-40B4-BE49-F238E27FC236}">
                    <a16:creationId xmlns:a16="http://schemas.microsoft.com/office/drawing/2014/main" id="{C969584D-C66D-2CE3-4B37-FCA10B32CEBA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rgbClr val="FFCB0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3E13FCF4-75CA-C45D-4DD6-07B08C04D018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rgbClr val="636466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rgbClr val="636466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739A2211-A756-5BBE-83CA-FFE3ECAB2609}"/>
                </a:ext>
              </a:extLst>
            </p:cNvPr>
            <p:cNvGrpSpPr/>
            <p:nvPr/>
          </p:nvGrpSpPr>
          <p:grpSpPr>
            <a:xfrm>
              <a:off x="13320984" y="912254"/>
              <a:ext cx="517525" cy="517525"/>
              <a:chOff x="12432704" y="315913"/>
              <a:chExt cx="517525" cy="517525"/>
            </a:xfrm>
          </p:grpSpPr>
          <p:sp>
            <p:nvSpPr>
              <p:cNvPr id="40" name="Retângulo: Cantos Arredondados 39">
                <a:extLst>
                  <a:ext uri="{FF2B5EF4-FFF2-40B4-BE49-F238E27FC236}">
                    <a16:creationId xmlns:a16="http://schemas.microsoft.com/office/drawing/2014/main" id="{65431532-956D-6FC6-53EF-CFD2BAE94552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rgbClr val="FFCB0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BB714D46-C0C4-6532-DE57-594CE23357E4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bg1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chemeClr val="bg1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29E7381-E688-FBF3-0489-45B32B755031}"/>
                </a:ext>
              </a:extLst>
            </p:cNvPr>
            <p:cNvGrpSpPr/>
            <p:nvPr/>
          </p:nvGrpSpPr>
          <p:grpSpPr>
            <a:xfrm>
              <a:off x="12734205" y="1494582"/>
              <a:ext cx="517525" cy="517525"/>
              <a:chOff x="12432704" y="315913"/>
              <a:chExt cx="517525" cy="517525"/>
            </a:xfrm>
          </p:grpSpPr>
          <p:sp>
            <p:nvSpPr>
              <p:cNvPr id="37" name="Retângulo: Cantos Arredondados 36">
                <a:extLst>
                  <a:ext uri="{FF2B5EF4-FFF2-40B4-BE49-F238E27FC236}">
                    <a16:creationId xmlns:a16="http://schemas.microsoft.com/office/drawing/2014/main" id="{3C43481F-C31B-9E7D-B169-A89B08E0CB51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rgbClr val="A4A6A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522913C3-A2B0-F221-EDAA-DC6192998E9F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bg1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chemeClr val="bg1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3718C2D3-CBBF-30D1-F019-E0C16F4868F7}"/>
                </a:ext>
              </a:extLst>
            </p:cNvPr>
            <p:cNvGrpSpPr/>
            <p:nvPr/>
          </p:nvGrpSpPr>
          <p:grpSpPr>
            <a:xfrm>
              <a:off x="13320984" y="1494582"/>
              <a:ext cx="517525" cy="517525"/>
              <a:chOff x="12432704" y="315913"/>
              <a:chExt cx="517525" cy="517525"/>
            </a:xfrm>
          </p:grpSpPr>
          <p:sp>
            <p:nvSpPr>
              <p:cNvPr id="35" name="Retângulo: Cantos Arredondados 34">
                <a:extLst>
                  <a:ext uri="{FF2B5EF4-FFF2-40B4-BE49-F238E27FC236}">
                    <a16:creationId xmlns:a16="http://schemas.microsoft.com/office/drawing/2014/main" id="{1CF69D32-AD4C-BEDC-F64D-BE2F7024A4E0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rgbClr val="6364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55B9CEED-355D-91E5-D7D8-F54966A44095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bg1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chemeClr val="bg1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8" name="Agrupar 27">
              <a:extLst>
                <a:ext uri="{FF2B5EF4-FFF2-40B4-BE49-F238E27FC236}">
                  <a16:creationId xmlns:a16="http://schemas.microsoft.com/office/drawing/2014/main" id="{77C1A7BD-5FE3-A2CB-1D2D-CFDFB119BAEF}"/>
                </a:ext>
              </a:extLst>
            </p:cNvPr>
            <p:cNvGrpSpPr/>
            <p:nvPr/>
          </p:nvGrpSpPr>
          <p:grpSpPr>
            <a:xfrm>
              <a:off x="12747674" y="2083383"/>
              <a:ext cx="517525" cy="517525"/>
              <a:chOff x="12432704" y="315913"/>
              <a:chExt cx="517525" cy="517525"/>
            </a:xfrm>
          </p:grpSpPr>
          <p:sp>
            <p:nvSpPr>
              <p:cNvPr id="33" name="Retângulo: Cantos Arredondados 32">
                <a:extLst>
                  <a:ext uri="{FF2B5EF4-FFF2-40B4-BE49-F238E27FC236}">
                    <a16:creationId xmlns:a16="http://schemas.microsoft.com/office/drawing/2014/main" id="{4B9DAC31-9A4E-75B7-FD36-FF0B677ADF3D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65C488D7-2027-E56D-2EAC-5B4DC32EAD83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bg1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chemeClr val="bg1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F606FA4-D31D-BBED-47DB-579DE1A381BE}"/>
                </a:ext>
              </a:extLst>
            </p:cNvPr>
            <p:cNvGrpSpPr/>
            <p:nvPr/>
          </p:nvGrpSpPr>
          <p:grpSpPr>
            <a:xfrm>
              <a:off x="13307515" y="2083383"/>
              <a:ext cx="517525" cy="517525"/>
              <a:chOff x="12432704" y="315913"/>
              <a:chExt cx="517525" cy="517525"/>
            </a:xfrm>
          </p:grpSpPr>
          <p:sp>
            <p:nvSpPr>
              <p:cNvPr id="31" name="Retângulo: Cantos Arredondados 30">
                <a:extLst>
                  <a:ext uri="{FF2B5EF4-FFF2-40B4-BE49-F238E27FC236}">
                    <a16:creationId xmlns:a16="http://schemas.microsoft.com/office/drawing/2014/main" id="{2C05E622-86DF-4556-EFAC-AB6E24D19C85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7DFA8B93-45A1-198A-984E-D35F58834023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rgbClr val="FFCB05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rgbClr val="FFCB05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DEC82D4-CD89-6578-52E5-92128A3D6E19}"/>
                </a:ext>
              </a:extLst>
            </p:cNvPr>
            <p:cNvSpPr txBox="1"/>
            <p:nvPr/>
          </p:nvSpPr>
          <p:spPr>
            <a:xfrm>
              <a:off x="12595760" y="16542"/>
              <a:ext cx="1285003" cy="19170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/>
            <a:p>
              <a:pPr algn="ctr"/>
              <a:r>
                <a:rPr lang="pt-BR" sz="900" dirty="0">
                  <a:solidFill>
                    <a:schemeClr val="bg1"/>
                  </a:solidFill>
                  <a:latin typeface="Geologica" pitchFamily="2" charset="0"/>
                </a:rPr>
                <a:t>ACESSIBILIDADE</a:t>
              </a:r>
              <a:endParaRPr lang="pt-BR" sz="900" b="1" dirty="0">
                <a:solidFill>
                  <a:schemeClr val="bg1"/>
                </a:solidFill>
                <a:latin typeface="Geologica" pitchFamily="2" charset="0"/>
              </a:endParaRPr>
            </a:p>
          </p:txBody>
        </p:sp>
      </p:grp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0C73B151-9DB1-E455-7C7F-27A3BF48D5E3}"/>
              </a:ext>
            </a:extLst>
          </p:cNvPr>
          <p:cNvSpPr/>
          <p:nvPr/>
        </p:nvSpPr>
        <p:spPr>
          <a:xfrm>
            <a:off x="342900" y="6513305"/>
            <a:ext cx="2293541" cy="107670"/>
          </a:xfrm>
          <a:custGeom>
            <a:avLst/>
            <a:gdLst>
              <a:gd name="csX0" fmla="*/ 1824894 w 3465481"/>
              <a:gd name="csY0" fmla="*/ 72961 h 162687"/>
              <a:gd name="csX1" fmla="*/ 1811655 w 3465481"/>
              <a:gd name="csY1" fmla="*/ 110870 h 162687"/>
              <a:gd name="csX2" fmla="*/ 1838134 w 3465481"/>
              <a:gd name="csY2" fmla="*/ 110870 h 162687"/>
              <a:gd name="csX3" fmla="*/ 405955 w 3465481"/>
              <a:gd name="csY3" fmla="*/ 66960 h 162687"/>
              <a:gd name="csX4" fmla="*/ 405955 w 3465481"/>
              <a:gd name="csY4" fmla="*/ 94963 h 162687"/>
              <a:gd name="csX5" fmla="*/ 422243 w 3465481"/>
              <a:gd name="csY5" fmla="*/ 94963 h 162687"/>
              <a:gd name="csX6" fmla="*/ 435006 w 3465481"/>
              <a:gd name="csY6" fmla="*/ 91820 h 162687"/>
              <a:gd name="csX7" fmla="*/ 439578 w 3465481"/>
              <a:gd name="csY7" fmla="*/ 81152 h 162687"/>
              <a:gd name="csX8" fmla="*/ 434816 w 3465481"/>
              <a:gd name="csY8" fmla="*/ 70198 h 162687"/>
              <a:gd name="csX9" fmla="*/ 422433 w 3465481"/>
              <a:gd name="csY9" fmla="*/ 66960 h 162687"/>
              <a:gd name="csX10" fmla="*/ 774191 w 3465481"/>
              <a:gd name="csY10" fmla="*/ 65722 h 162687"/>
              <a:gd name="csX11" fmla="*/ 774191 w 3465481"/>
              <a:gd name="csY11" fmla="*/ 92296 h 162687"/>
              <a:gd name="csX12" fmla="*/ 788860 w 3465481"/>
              <a:gd name="csY12" fmla="*/ 92296 h 162687"/>
              <a:gd name="csX13" fmla="*/ 801433 w 3465481"/>
              <a:gd name="csY13" fmla="*/ 89248 h 162687"/>
              <a:gd name="csX14" fmla="*/ 806005 w 3465481"/>
              <a:gd name="csY14" fmla="*/ 79057 h 162687"/>
              <a:gd name="csX15" fmla="*/ 801623 w 3465481"/>
              <a:gd name="csY15" fmla="*/ 68770 h 162687"/>
              <a:gd name="csX16" fmla="*/ 789336 w 3465481"/>
              <a:gd name="csY16" fmla="*/ 65722 h 162687"/>
              <a:gd name="csX17" fmla="*/ 3407854 w 3465481"/>
              <a:gd name="csY17" fmla="*/ 60007 h 162687"/>
              <a:gd name="csX18" fmla="*/ 3386233 w 3465481"/>
              <a:gd name="csY18" fmla="*/ 115918 h 162687"/>
              <a:gd name="csX19" fmla="*/ 3386328 w 3465481"/>
              <a:gd name="csY19" fmla="*/ 115918 h 162687"/>
              <a:gd name="csX20" fmla="*/ 3430524 w 3465481"/>
              <a:gd name="csY20" fmla="*/ 115918 h 162687"/>
              <a:gd name="csX21" fmla="*/ 2844355 w 3465481"/>
              <a:gd name="csY21" fmla="*/ 60007 h 162687"/>
              <a:gd name="csX22" fmla="*/ 2822733 w 3465481"/>
              <a:gd name="csY22" fmla="*/ 115918 h 162687"/>
              <a:gd name="csX23" fmla="*/ 2822828 w 3465481"/>
              <a:gd name="csY23" fmla="*/ 115918 h 162687"/>
              <a:gd name="csX24" fmla="*/ 2867024 w 3465481"/>
              <a:gd name="csY24" fmla="*/ 115918 h 162687"/>
              <a:gd name="csX25" fmla="*/ 2107786 w 3465481"/>
              <a:gd name="csY25" fmla="*/ 54958 h 162687"/>
              <a:gd name="csX26" fmla="*/ 2107786 w 3465481"/>
              <a:gd name="csY26" fmla="*/ 144970 h 162687"/>
              <a:gd name="csX27" fmla="*/ 2107691 w 3465481"/>
              <a:gd name="csY27" fmla="*/ 145065 h 162687"/>
              <a:gd name="csX28" fmla="*/ 2125217 w 3465481"/>
              <a:gd name="csY28" fmla="*/ 145065 h 162687"/>
              <a:gd name="csX29" fmla="*/ 2144172 w 3465481"/>
              <a:gd name="csY29" fmla="*/ 141922 h 162687"/>
              <a:gd name="csX30" fmla="*/ 2158745 w 3465481"/>
              <a:gd name="csY30" fmla="*/ 132873 h 162687"/>
              <a:gd name="csX31" fmla="*/ 2168080 w 3465481"/>
              <a:gd name="csY31" fmla="*/ 118776 h 162687"/>
              <a:gd name="csX32" fmla="*/ 2171414 w 3465481"/>
              <a:gd name="csY32" fmla="*/ 100107 h 162687"/>
              <a:gd name="csX33" fmla="*/ 2165698 w 3465481"/>
              <a:gd name="csY33" fmla="*/ 76104 h 162687"/>
              <a:gd name="csX34" fmla="*/ 2149601 w 3465481"/>
              <a:gd name="csY34" fmla="*/ 60483 h 162687"/>
              <a:gd name="csX35" fmla="*/ 2125313 w 3465481"/>
              <a:gd name="csY35" fmla="*/ 54958 h 162687"/>
              <a:gd name="csX36" fmla="*/ 3008280 w 3465481"/>
              <a:gd name="csY36" fmla="*/ 54006 h 162687"/>
              <a:gd name="csX37" fmla="*/ 3008280 w 3465481"/>
              <a:gd name="csY37" fmla="*/ 96392 h 162687"/>
              <a:gd name="csX38" fmla="*/ 3033331 w 3465481"/>
              <a:gd name="csY38" fmla="*/ 96392 h 162687"/>
              <a:gd name="csX39" fmla="*/ 3052857 w 3465481"/>
              <a:gd name="csY39" fmla="*/ 90963 h 162687"/>
              <a:gd name="csX40" fmla="*/ 3059810 w 3465481"/>
              <a:gd name="csY40" fmla="*/ 75723 h 162687"/>
              <a:gd name="csX41" fmla="*/ 3053619 w 3465481"/>
              <a:gd name="csY41" fmla="*/ 59816 h 162687"/>
              <a:gd name="csX42" fmla="*/ 3034950 w 3465481"/>
              <a:gd name="csY42" fmla="*/ 54006 h 162687"/>
              <a:gd name="csX43" fmla="*/ 1064418 w 3465481"/>
              <a:gd name="csY43" fmla="*/ 40005 h 162687"/>
              <a:gd name="csX44" fmla="*/ 1151095 w 3465481"/>
              <a:gd name="csY44" fmla="*/ 40005 h 162687"/>
              <a:gd name="csX45" fmla="*/ 1151095 w 3465481"/>
              <a:gd name="csY45" fmla="*/ 67247 h 162687"/>
              <a:gd name="csX46" fmla="*/ 1095946 w 3465481"/>
              <a:gd name="csY46" fmla="*/ 67247 h 162687"/>
              <a:gd name="csX47" fmla="*/ 1095946 w 3465481"/>
              <a:gd name="csY47" fmla="*/ 86201 h 162687"/>
              <a:gd name="csX48" fmla="*/ 1141666 w 3465481"/>
              <a:gd name="csY48" fmla="*/ 86201 h 162687"/>
              <a:gd name="csX49" fmla="*/ 1141666 w 3465481"/>
              <a:gd name="csY49" fmla="*/ 111252 h 162687"/>
              <a:gd name="csX50" fmla="*/ 1095946 w 3465481"/>
              <a:gd name="csY50" fmla="*/ 111252 h 162687"/>
              <a:gd name="csX51" fmla="*/ 1095946 w 3465481"/>
              <a:gd name="csY51" fmla="*/ 132398 h 162687"/>
              <a:gd name="csX52" fmla="*/ 1151762 w 3465481"/>
              <a:gd name="csY52" fmla="*/ 132398 h 162687"/>
              <a:gd name="csX53" fmla="*/ 1151762 w 3465481"/>
              <a:gd name="csY53" fmla="*/ 160020 h 162687"/>
              <a:gd name="csX54" fmla="*/ 1064418 w 3465481"/>
              <a:gd name="csY54" fmla="*/ 160020 h 162687"/>
              <a:gd name="csX55" fmla="*/ 3400044 w 3465481"/>
              <a:gd name="csY55" fmla="*/ 40004 h 162687"/>
              <a:gd name="csX56" fmla="*/ 3416808 w 3465481"/>
              <a:gd name="csY56" fmla="*/ 40004 h 162687"/>
              <a:gd name="csX57" fmla="*/ 3465481 w 3465481"/>
              <a:gd name="csY57" fmla="*/ 160019 h 162687"/>
              <a:gd name="csX58" fmla="*/ 3447288 w 3465481"/>
              <a:gd name="csY58" fmla="*/ 160019 h 162687"/>
              <a:gd name="csX59" fmla="*/ 3435382 w 3465481"/>
              <a:gd name="csY59" fmla="*/ 129920 h 162687"/>
              <a:gd name="csX60" fmla="*/ 3381851 w 3465481"/>
              <a:gd name="csY60" fmla="*/ 129920 h 162687"/>
              <a:gd name="csX61" fmla="*/ 3370421 w 3465481"/>
              <a:gd name="csY61" fmla="*/ 160019 h 162687"/>
              <a:gd name="csX62" fmla="*/ 3352800 w 3465481"/>
              <a:gd name="csY62" fmla="*/ 160019 h 162687"/>
              <a:gd name="csX63" fmla="*/ 2992183 w 3465481"/>
              <a:gd name="csY63" fmla="*/ 40004 h 162687"/>
              <a:gd name="csX64" fmla="*/ 3036379 w 3465481"/>
              <a:gd name="csY64" fmla="*/ 40004 h 162687"/>
              <a:gd name="csX65" fmla="*/ 3057429 w 3465481"/>
              <a:gd name="csY65" fmla="*/ 44290 h 162687"/>
              <a:gd name="csX66" fmla="*/ 3071145 w 3465481"/>
              <a:gd name="csY66" fmla="*/ 56482 h 162687"/>
              <a:gd name="csX67" fmla="*/ 3076003 w 3465481"/>
              <a:gd name="csY67" fmla="*/ 75151 h 162687"/>
              <a:gd name="csX68" fmla="*/ 3072098 w 3465481"/>
              <a:gd name="csY68" fmla="*/ 91058 h 162687"/>
              <a:gd name="csX69" fmla="*/ 3060953 w 3465481"/>
              <a:gd name="csY69" fmla="*/ 102298 h 162687"/>
              <a:gd name="csX70" fmla="*/ 3044189 w 3465481"/>
              <a:gd name="csY70" fmla="*/ 108108 h 162687"/>
              <a:gd name="csX71" fmla="*/ 3081623 w 3465481"/>
              <a:gd name="csY71" fmla="*/ 160019 h 162687"/>
              <a:gd name="csX72" fmla="*/ 3061906 w 3465481"/>
              <a:gd name="csY72" fmla="*/ 160019 h 162687"/>
              <a:gd name="csX73" fmla="*/ 3026568 w 3465481"/>
              <a:gd name="csY73" fmla="*/ 110203 h 162687"/>
              <a:gd name="csX74" fmla="*/ 3008280 w 3465481"/>
              <a:gd name="csY74" fmla="*/ 110203 h 162687"/>
              <a:gd name="csX75" fmla="*/ 3008280 w 3465481"/>
              <a:gd name="csY75" fmla="*/ 160019 h 162687"/>
              <a:gd name="csX76" fmla="*/ 2992183 w 3465481"/>
              <a:gd name="csY76" fmla="*/ 160019 h 162687"/>
              <a:gd name="csX77" fmla="*/ 2836449 w 3465481"/>
              <a:gd name="csY77" fmla="*/ 40004 h 162687"/>
              <a:gd name="csX78" fmla="*/ 2853213 w 3465481"/>
              <a:gd name="csY78" fmla="*/ 40004 h 162687"/>
              <a:gd name="csX79" fmla="*/ 2901886 w 3465481"/>
              <a:gd name="csY79" fmla="*/ 160019 h 162687"/>
              <a:gd name="csX80" fmla="*/ 2883693 w 3465481"/>
              <a:gd name="csY80" fmla="*/ 160019 h 162687"/>
              <a:gd name="csX81" fmla="*/ 2871787 w 3465481"/>
              <a:gd name="csY81" fmla="*/ 129920 h 162687"/>
              <a:gd name="csX82" fmla="*/ 2818256 w 3465481"/>
              <a:gd name="csY82" fmla="*/ 129920 h 162687"/>
              <a:gd name="csX83" fmla="*/ 2806826 w 3465481"/>
              <a:gd name="csY83" fmla="*/ 160019 h 162687"/>
              <a:gd name="csX84" fmla="*/ 2789205 w 3465481"/>
              <a:gd name="csY84" fmla="*/ 160019 h 162687"/>
              <a:gd name="csX85" fmla="*/ 2575559 w 3465481"/>
              <a:gd name="csY85" fmla="*/ 40004 h 162687"/>
              <a:gd name="csX86" fmla="*/ 2591275 w 3465481"/>
              <a:gd name="csY86" fmla="*/ 40004 h 162687"/>
              <a:gd name="csX87" fmla="*/ 2638228 w 3465481"/>
              <a:gd name="csY87" fmla="*/ 115878 h 162687"/>
              <a:gd name="csX88" fmla="*/ 2635186 w 3465481"/>
              <a:gd name="csY88" fmla="*/ 120967 h 162687"/>
              <a:gd name="csX89" fmla="*/ 2641377 w 3465481"/>
              <a:gd name="csY89" fmla="*/ 120967 h 162687"/>
              <a:gd name="csX90" fmla="*/ 2638228 w 3465481"/>
              <a:gd name="csY90" fmla="*/ 115878 h 162687"/>
              <a:gd name="csX91" fmla="*/ 2683572 w 3465481"/>
              <a:gd name="csY91" fmla="*/ 40004 h 162687"/>
              <a:gd name="csX92" fmla="*/ 2698813 w 3465481"/>
              <a:gd name="csY92" fmla="*/ 40004 h 162687"/>
              <a:gd name="csX93" fmla="*/ 2698813 w 3465481"/>
              <a:gd name="csY93" fmla="*/ 160019 h 162687"/>
              <a:gd name="csX94" fmla="*/ 2683001 w 3465481"/>
              <a:gd name="csY94" fmla="*/ 160019 h 162687"/>
              <a:gd name="csX95" fmla="*/ 2683180 w 3465481"/>
              <a:gd name="csY95" fmla="*/ 68112 h 162687"/>
              <a:gd name="csX96" fmla="*/ 2686335 w 3465481"/>
              <a:gd name="csY96" fmla="*/ 62959 h 162687"/>
              <a:gd name="csX97" fmla="*/ 2683192 w 3465481"/>
              <a:gd name="csY97" fmla="*/ 61912 h 162687"/>
              <a:gd name="csX98" fmla="*/ 2683180 w 3465481"/>
              <a:gd name="csY98" fmla="*/ 68112 h 162687"/>
              <a:gd name="csX99" fmla="*/ 2643472 w 3465481"/>
              <a:gd name="csY99" fmla="*/ 132968 h 162687"/>
              <a:gd name="csX100" fmla="*/ 2630995 w 3465481"/>
              <a:gd name="csY100" fmla="*/ 132968 h 162687"/>
              <a:gd name="csX101" fmla="*/ 2590142 w 3465481"/>
              <a:gd name="csY101" fmla="*/ 66975 h 162687"/>
              <a:gd name="csX102" fmla="*/ 2590132 w 3465481"/>
              <a:gd name="csY102" fmla="*/ 61912 h 162687"/>
              <a:gd name="csX103" fmla="*/ 2587656 w 3465481"/>
              <a:gd name="csY103" fmla="*/ 62959 h 162687"/>
              <a:gd name="csX104" fmla="*/ 2590142 w 3465481"/>
              <a:gd name="csY104" fmla="*/ 66975 h 162687"/>
              <a:gd name="csX105" fmla="*/ 2590323 w 3465481"/>
              <a:gd name="csY105" fmla="*/ 160019 h 162687"/>
              <a:gd name="csX106" fmla="*/ 2575559 w 3465481"/>
              <a:gd name="csY106" fmla="*/ 160019 h 162687"/>
              <a:gd name="csX107" fmla="*/ 2284952 w 3465481"/>
              <a:gd name="csY107" fmla="*/ 40004 h 162687"/>
              <a:gd name="csX108" fmla="*/ 2360199 w 3465481"/>
              <a:gd name="csY108" fmla="*/ 40004 h 162687"/>
              <a:gd name="csX109" fmla="*/ 2360199 w 3465481"/>
              <a:gd name="csY109" fmla="*/ 54387 h 162687"/>
              <a:gd name="csX110" fmla="*/ 2301049 w 3465481"/>
              <a:gd name="csY110" fmla="*/ 54387 h 162687"/>
              <a:gd name="csX111" fmla="*/ 2301049 w 3465481"/>
              <a:gd name="csY111" fmla="*/ 90106 h 162687"/>
              <a:gd name="csX112" fmla="*/ 2352580 w 3465481"/>
              <a:gd name="csY112" fmla="*/ 90106 h 162687"/>
              <a:gd name="csX113" fmla="*/ 2352580 w 3465481"/>
              <a:gd name="csY113" fmla="*/ 103917 h 162687"/>
              <a:gd name="csX114" fmla="*/ 2301049 w 3465481"/>
              <a:gd name="csY114" fmla="*/ 103917 h 162687"/>
              <a:gd name="csX115" fmla="*/ 2301049 w 3465481"/>
              <a:gd name="csY115" fmla="*/ 145541 h 162687"/>
              <a:gd name="csX116" fmla="*/ 2360771 w 3465481"/>
              <a:gd name="csY116" fmla="*/ 145541 h 162687"/>
              <a:gd name="csX117" fmla="*/ 2360771 w 3465481"/>
              <a:gd name="csY117" fmla="*/ 160019 h 162687"/>
              <a:gd name="csX118" fmla="*/ 2284952 w 3465481"/>
              <a:gd name="csY118" fmla="*/ 160019 h 162687"/>
              <a:gd name="csX119" fmla="*/ 2091594 w 3465481"/>
              <a:gd name="csY119" fmla="*/ 40004 h 162687"/>
              <a:gd name="csX120" fmla="*/ 2127884 w 3465481"/>
              <a:gd name="csY120" fmla="*/ 40004 h 162687"/>
              <a:gd name="csX121" fmla="*/ 2159126 w 3465481"/>
              <a:gd name="csY121" fmla="*/ 47624 h 162687"/>
              <a:gd name="csX122" fmla="*/ 2180462 w 3465481"/>
              <a:gd name="csY122" fmla="*/ 68865 h 162687"/>
              <a:gd name="csX123" fmla="*/ 2188177 w 3465481"/>
              <a:gd name="csY123" fmla="*/ 100012 h 162687"/>
              <a:gd name="csX124" fmla="*/ 2183796 w 3465481"/>
              <a:gd name="csY124" fmla="*/ 124110 h 162687"/>
              <a:gd name="csX125" fmla="*/ 2171318 w 3465481"/>
              <a:gd name="csY125" fmla="*/ 143065 h 162687"/>
              <a:gd name="csX126" fmla="*/ 2152173 w 3465481"/>
              <a:gd name="csY126" fmla="*/ 155447 h 162687"/>
              <a:gd name="csX127" fmla="*/ 2127884 w 3465481"/>
              <a:gd name="csY127" fmla="*/ 159829 h 162687"/>
              <a:gd name="csX128" fmla="*/ 2091594 w 3465481"/>
              <a:gd name="csY128" fmla="*/ 159829 h 162687"/>
              <a:gd name="csX129" fmla="*/ 1806892 w 3465481"/>
              <a:gd name="csY129" fmla="*/ 40004 h 162687"/>
              <a:gd name="csX130" fmla="*/ 1843944 w 3465481"/>
              <a:gd name="csY130" fmla="*/ 40004 h 162687"/>
              <a:gd name="csX131" fmla="*/ 1888331 w 3465481"/>
              <a:gd name="csY131" fmla="*/ 160019 h 162687"/>
              <a:gd name="csX132" fmla="*/ 1852803 w 3465481"/>
              <a:gd name="csY132" fmla="*/ 160019 h 162687"/>
              <a:gd name="csX133" fmla="*/ 1845278 w 3465481"/>
              <a:gd name="csY133" fmla="*/ 137159 h 162687"/>
              <a:gd name="csX134" fmla="*/ 1804701 w 3465481"/>
              <a:gd name="csY134" fmla="*/ 137159 h 162687"/>
              <a:gd name="csX135" fmla="*/ 1797272 w 3465481"/>
              <a:gd name="csY135" fmla="*/ 160019 h 162687"/>
              <a:gd name="csX136" fmla="*/ 1762601 w 3465481"/>
              <a:gd name="csY136" fmla="*/ 160019 h 162687"/>
              <a:gd name="csX137" fmla="*/ 1645253 w 3465481"/>
              <a:gd name="csY137" fmla="*/ 40004 h 162687"/>
              <a:gd name="csX138" fmla="*/ 1676781 w 3465481"/>
              <a:gd name="csY138" fmla="*/ 40004 h 162687"/>
              <a:gd name="csX139" fmla="*/ 1676781 w 3465481"/>
              <a:gd name="csY139" fmla="*/ 160019 h 162687"/>
              <a:gd name="csX140" fmla="*/ 1645253 w 3465481"/>
              <a:gd name="csY140" fmla="*/ 160019 h 162687"/>
              <a:gd name="csX141" fmla="*/ 1246632 w 3465481"/>
              <a:gd name="csY141" fmla="*/ 40004 h 162687"/>
              <a:gd name="csX142" fmla="*/ 1277969 w 3465481"/>
              <a:gd name="csY142" fmla="*/ 40004 h 162687"/>
              <a:gd name="csX143" fmla="*/ 1323689 w 3465481"/>
              <a:gd name="csY143" fmla="*/ 108965 h 162687"/>
              <a:gd name="csX144" fmla="*/ 1323689 w 3465481"/>
              <a:gd name="csY144" fmla="*/ 40004 h 162687"/>
              <a:gd name="csX145" fmla="*/ 1354169 w 3465481"/>
              <a:gd name="csY145" fmla="*/ 40004 h 162687"/>
              <a:gd name="csX146" fmla="*/ 1354169 w 3465481"/>
              <a:gd name="csY146" fmla="*/ 160019 h 162687"/>
              <a:gd name="csX147" fmla="*/ 1322832 w 3465481"/>
              <a:gd name="csY147" fmla="*/ 160019 h 162687"/>
              <a:gd name="csX148" fmla="*/ 1277112 w 3465481"/>
              <a:gd name="csY148" fmla="*/ 90010 h 162687"/>
              <a:gd name="csX149" fmla="*/ 1277112 w 3465481"/>
              <a:gd name="csY149" fmla="*/ 160019 h 162687"/>
              <a:gd name="csX150" fmla="*/ 1246632 w 3465481"/>
              <a:gd name="csY150" fmla="*/ 160019 h 162687"/>
              <a:gd name="csX151" fmla="*/ 933640 w 3465481"/>
              <a:gd name="csY151" fmla="*/ 40004 h 162687"/>
              <a:gd name="csX152" fmla="*/ 965168 w 3465481"/>
              <a:gd name="csY152" fmla="*/ 40004 h 162687"/>
              <a:gd name="csX153" fmla="*/ 965168 w 3465481"/>
              <a:gd name="csY153" fmla="*/ 160019 h 162687"/>
              <a:gd name="csX154" fmla="*/ 933640 w 3465481"/>
              <a:gd name="csY154" fmla="*/ 160019 h 162687"/>
              <a:gd name="csX155" fmla="*/ 742568 w 3465481"/>
              <a:gd name="csY155" fmla="*/ 40004 h 162687"/>
              <a:gd name="csX156" fmla="*/ 792384 w 3465481"/>
              <a:gd name="csY156" fmla="*/ 40004 h 162687"/>
              <a:gd name="csX157" fmla="*/ 816387 w 3465481"/>
              <a:gd name="csY157" fmla="*/ 44386 h 162687"/>
              <a:gd name="csX158" fmla="*/ 832293 w 3465481"/>
              <a:gd name="csY158" fmla="*/ 57054 h 162687"/>
              <a:gd name="csX159" fmla="*/ 837913 w 3465481"/>
              <a:gd name="csY159" fmla="*/ 77056 h 162687"/>
              <a:gd name="csX160" fmla="*/ 834675 w 3465481"/>
              <a:gd name="csY160" fmla="*/ 92487 h 162687"/>
              <a:gd name="csX161" fmla="*/ 826007 w 3465481"/>
              <a:gd name="csY161" fmla="*/ 103726 h 162687"/>
              <a:gd name="csX162" fmla="*/ 813720 w 3465481"/>
              <a:gd name="csY162" fmla="*/ 110584 h 162687"/>
              <a:gd name="csX163" fmla="*/ 844676 w 3465481"/>
              <a:gd name="csY163" fmla="*/ 160114 h 162687"/>
              <a:gd name="csX164" fmla="*/ 807433 w 3465481"/>
              <a:gd name="csY164" fmla="*/ 160114 h 162687"/>
              <a:gd name="csX165" fmla="*/ 782859 w 3465481"/>
              <a:gd name="csY165" fmla="*/ 117347 h 162687"/>
              <a:gd name="csX166" fmla="*/ 774286 w 3465481"/>
              <a:gd name="csY166" fmla="*/ 117347 h 162687"/>
              <a:gd name="csX167" fmla="*/ 774286 w 3465481"/>
              <a:gd name="csY167" fmla="*/ 160114 h 162687"/>
              <a:gd name="csX168" fmla="*/ 742759 w 3465481"/>
              <a:gd name="csY168" fmla="*/ 160114 h 162687"/>
              <a:gd name="csX169" fmla="*/ 742568 w 3465481"/>
              <a:gd name="csY169" fmla="*/ 160019 h 162687"/>
              <a:gd name="csX170" fmla="*/ 560355 w 3465481"/>
              <a:gd name="csY170" fmla="*/ 40004 h 162687"/>
              <a:gd name="csX171" fmla="*/ 647032 w 3465481"/>
              <a:gd name="csY171" fmla="*/ 40004 h 162687"/>
              <a:gd name="csX172" fmla="*/ 647032 w 3465481"/>
              <a:gd name="csY172" fmla="*/ 67246 h 162687"/>
              <a:gd name="csX173" fmla="*/ 591883 w 3465481"/>
              <a:gd name="csY173" fmla="*/ 67246 h 162687"/>
              <a:gd name="csX174" fmla="*/ 591883 w 3465481"/>
              <a:gd name="csY174" fmla="*/ 86200 h 162687"/>
              <a:gd name="csX175" fmla="*/ 637603 w 3465481"/>
              <a:gd name="csY175" fmla="*/ 86200 h 162687"/>
              <a:gd name="csX176" fmla="*/ 637603 w 3465481"/>
              <a:gd name="csY176" fmla="*/ 111251 h 162687"/>
              <a:gd name="csX177" fmla="*/ 591883 w 3465481"/>
              <a:gd name="csY177" fmla="*/ 111251 h 162687"/>
              <a:gd name="csX178" fmla="*/ 591883 w 3465481"/>
              <a:gd name="csY178" fmla="*/ 132397 h 162687"/>
              <a:gd name="csX179" fmla="*/ 647699 w 3465481"/>
              <a:gd name="csY179" fmla="*/ 132397 h 162687"/>
              <a:gd name="csX180" fmla="*/ 647699 w 3465481"/>
              <a:gd name="csY180" fmla="*/ 160019 h 162687"/>
              <a:gd name="csX181" fmla="*/ 560355 w 3465481"/>
              <a:gd name="csY181" fmla="*/ 160019 h 162687"/>
              <a:gd name="csX182" fmla="*/ 374332 w 3465481"/>
              <a:gd name="csY182" fmla="*/ 40004 h 162687"/>
              <a:gd name="csX183" fmla="*/ 424053 w 3465481"/>
              <a:gd name="csY183" fmla="*/ 40004 h 162687"/>
              <a:gd name="csX184" fmla="*/ 448246 w 3465481"/>
              <a:gd name="csY184" fmla="*/ 44767 h 162687"/>
              <a:gd name="csX185" fmla="*/ 465010 w 3465481"/>
              <a:gd name="csY185" fmla="*/ 58673 h 162687"/>
              <a:gd name="csX186" fmla="*/ 471106 w 3465481"/>
              <a:gd name="csY186" fmla="*/ 80485 h 162687"/>
              <a:gd name="csX187" fmla="*/ 465486 w 3465481"/>
              <a:gd name="csY187" fmla="*/ 102488 h 162687"/>
              <a:gd name="csX188" fmla="*/ 449199 w 3465481"/>
              <a:gd name="csY188" fmla="*/ 116299 h 162687"/>
              <a:gd name="csX189" fmla="*/ 423386 w 3465481"/>
              <a:gd name="csY189" fmla="*/ 121062 h 162687"/>
              <a:gd name="csX190" fmla="*/ 405955 w 3465481"/>
              <a:gd name="csY190" fmla="*/ 121062 h 162687"/>
              <a:gd name="csX191" fmla="*/ 405955 w 3465481"/>
              <a:gd name="csY191" fmla="*/ 160019 h 162687"/>
              <a:gd name="csX192" fmla="*/ 374427 w 3465481"/>
              <a:gd name="csY192" fmla="*/ 160019 h 162687"/>
              <a:gd name="csX193" fmla="*/ 374332 w 3465481"/>
              <a:gd name="csY193" fmla="*/ 160019 h 162687"/>
              <a:gd name="csX194" fmla="*/ 171544 w 3465481"/>
              <a:gd name="csY194" fmla="*/ 40004 h 162687"/>
              <a:gd name="csX195" fmla="*/ 209549 w 3465481"/>
              <a:gd name="csY195" fmla="*/ 40004 h 162687"/>
              <a:gd name="csX196" fmla="*/ 229266 w 3465481"/>
              <a:gd name="csY196" fmla="*/ 74866 h 162687"/>
              <a:gd name="csX197" fmla="*/ 249364 w 3465481"/>
              <a:gd name="csY197" fmla="*/ 40004 h 162687"/>
              <a:gd name="csX198" fmla="*/ 286416 w 3465481"/>
              <a:gd name="csY198" fmla="*/ 40004 h 162687"/>
              <a:gd name="csX199" fmla="*/ 250888 w 3465481"/>
              <a:gd name="csY199" fmla="*/ 99535 h 162687"/>
              <a:gd name="csX200" fmla="*/ 287178 w 3465481"/>
              <a:gd name="csY200" fmla="*/ 160019 h 162687"/>
              <a:gd name="csX201" fmla="*/ 248792 w 3465481"/>
              <a:gd name="csY201" fmla="*/ 160019 h 162687"/>
              <a:gd name="csX202" fmla="*/ 228123 w 3465481"/>
              <a:gd name="csY202" fmla="*/ 122967 h 162687"/>
              <a:gd name="csX203" fmla="*/ 207739 w 3465481"/>
              <a:gd name="csY203" fmla="*/ 160019 h 162687"/>
              <a:gd name="csX204" fmla="*/ 170306 w 3465481"/>
              <a:gd name="csY204" fmla="*/ 160019 h 162687"/>
              <a:gd name="csX205" fmla="*/ 170211 w 3465481"/>
              <a:gd name="csY205" fmla="*/ 160019 h 162687"/>
              <a:gd name="csX206" fmla="*/ 206787 w 3465481"/>
              <a:gd name="csY206" fmla="*/ 98964 h 162687"/>
              <a:gd name="csX207" fmla="*/ 0 w 3465481"/>
              <a:gd name="csY207" fmla="*/ 40004 h 162687"/>
              <a:gd name="csX208" fmla="*/ 86678 w 3465481"/>
              <a:gd name="csY208" fmla="*/ 40004 h 162687"/>
              <a:gd name="csX209" fmla="*/ 86678 w 3465481"/>
              <a:gd name="csY209" fmla="*/ 67246 h 162687"/>
              <a:gd name="csX210" fmla="*/ 31528 w 3465481"/>
              <a:gd name="csY210" fmla="*/ 67246 h 162687"/>
              <a:gd name="csX211" fmla="*/ 31528 w 3465481"/>
              <a:gd name="csY211" fmla="*/ 86200 h 162687"/>
              <a:gd name="csX212" fmla="*/ 77248 w 3465481"/>
              <a:gd name="csY212" fmla="*/ 86200 h 162687"/>
              <a:gd name="csX213" fmla="*/ 77248 w 3465481"/>
              <a:gd name="csY213" fmla="*/ 111251 h 162687"/>
              <a:gd name="csX214" fmla="*/ 31528 w 3465481"/>
              <a:gd name="csY214" fmla="*/ 111251 h 162687"/>
              <a:gd name="csX215" fmla="*/ 31528 w 3465481"/>
              <a:gd name="csY215" fmla="*/ 132397 h 162687"/>
              <a:gd name="csX216" fmla="*/ 87344 w 3465481"/>
              <a:gd name="csY216" fmla="*/ 132397 h 162687"/>
              <a:gd name="csX217" fmla="*/ 87344 w 3465481"/>
              <a:gd name="csY217" fmla="*/ 160019 h 162687"/>
              <a:gd name="csX218" fmla="*/ 0 w 3465481"/>
              <a:gd name="csY218" fmla="*/ 160019 h 162687"/>
              <a:gd name="csX219" fmla="*/ 3229641 w 3465481"/>
              <a:gd name="csY219" fmla="*/ 37528 h 162687"/>
              <a:gd name="csX220" fmla="*/ 3252882 w 3465481"/>
              <a:gd name="csY220" fmla="*/ 40862 h 162687"/>
              <a:gd name="csX221" fmla="*/ 3270027 w 3465481"/>
              <a:gd name="csY221" fmla="*/ 50196 h 162687"/>
              <a:gd name="csX222" fmla="*/ 3261454 w 3465481"/>
              <a:gd name="csY222" fmla="*/ 63436 h 162687"/>
              <a:gd name="csX223" fmla="*/ 3247929 w 3465481"/>
              <a:gd name="csY223" fmla="*/ 55626 h 162687"/>
              <a:gd name="csX224" fmla="*/ 3230879 w 3465481"/>
              <a:gd name="csY224" fmla="*/ 53054 h 162687"/>
              <a:gd name="csX225" fmla="*/ 3211734 w 3465481"/>
              <a:gd name="csY225" fmla="*/ 56292 h 162687"/>
              <a:gd name="csX226" fmla="*/ 3197065 w 3465481"/>
              <a:gd name="csY226" fmla="*/ 65722 h 162687"/>
              <a:gd name="csX227" fmla="*/ 3187731 w 3465481"/>
              <a:gd name="csY227" fmla="*/ 80486 h 162687"/>
              <a:gd name="csX228" fmla="*/ 3184492 w 3465481"/>
              <a:gd name="csY228" fmla="*/ 99917 h 162687"/>
              <a:gd name="csX229" fmla="*/ 3190303 w 3465481"/>
              <a:gd name="csY229" fmla="*/ 125349 h 162687"/>
              <a:gd name="csX230" fmla="*/ 3206686 w 3465481"/>
              <a:gd name="csY230" fmla="*/ 141446 h 162687"/>
              <a:gd name="csX231" fmla="*/ 3231831 w 3465481"/>
              <a:gd name="csY231" fmla="*/ 146970 h 162687"/>
              <a:gd name="csX232" fmla="*/ 3249834 w 3465481"/>
              <a:gd name="csY232" fmla="*/ 144208 h 162687"/>
              <a:gd name="csX233" fmla="*/ 3266026 w 3465481"/>
              <a:gd name="csY233" fmla="*/ 135064 h 162687"/>
              <a:gd name="csX234" fmla="*/ 3273551 w 3465481"/>
              <a:gd name="csY234" fmla="*/ 148780 h 162687"/>
              <a:gd name="csX235" fmla="*/ 3253834 w 3465481"/>
              <a:gd name="csY235" fmla="*/ 159162 h 162687"/>
              <a:gd name="csX236" fmla="*/ 3229641 w 3465481"/>
              <a:gd name="csY236" fmla="*/ 162687 h 162687"/>
              <a:gd name="csX237" fmla="*/ 3229450 w 3465481"/>
              <a:gd name="csY237" fmla="*/ 162591 h 162687"/>
              <a:gd name="csX238" fmla="*/ 3196875 w 3465481"/>
              <a:gd name="csY238" fmla="*/ 154876 h 162687"/>
              <a:gd name="csX239" fmla="*/ 3175253 w 3465481"/>
              <a:gd name="csY239" fmla="*/ 133064 h 162687"/>
              <a:gd name="csX240" fmla="*/ 3167633 w 3465481"/>
              <a:gd name="csY240" fmla="*/ 100107 h 162687"/>
              <a:gd name="csX241" fmla="*/ 3172205 w 3465481"/>
              <a:gd name="csY241" fmla="*/ 75057 h 162687"/>
              <a:gd name="csX242" fmla="*/ 3185064 w 3465481"/>
              <a:gd name="csY242" fmla="*/ 55245 h 162687"/>
              <a:gd name="csX243" fmla="*/ 3204780 w 3465481"/>
              <a:gd name="csY243" fmla="*/ 42195 h 162687"/>
              <a:gd name="csX244" fmla="*/ 3229641 w 3465481"/>
              <a:gd name="csY244" fmla="*/ 37528 h 162687"/>
              <a:gd name="csX245" fmla="*/ 1509712 w 3465481"/>
              <a:gd name="csY245" fmla="*/ 37528 h 162687"/>
              <a:gd name="csX246" fmla="*/ 1535525 w 3465481"/>
              <a:gd name="csY246" fmla="*/ 41433 h 162687"/>
              <a:gd name="csX247" fmla="*/ 1554289 w 3465481"/>
              <a:gd name="csY247" fmla="*/ 52577 h 162687"/>
              <a:gd name="csX248" fmla="*/ 1538668 w 3465481"/>
              <a:gd name="csY248" fmla="*/ 78485 h 162687"/>
              <a:gd name="csX249" fmla="*/ 1527048 w 3465481"/>
              <a:gd name="csY249" fmla="*/ 70866 h 162687"/>
              <a:gd name="csX250" fmla="*/ 1511807 w 3465481"/>
              <a:gd name="csY250" fmla="*/ 68294 h 162687"/>
              <a:gd name="csX251" fmla="*/ 1497901 w 3465481"/>
              <a:gd name="csY251" fmla="*/ 70485 h 162687"/>
              <a:gd name="csX252" fmla="*/ 1487709 w 3465481"/>
              <a:gd name="csY252" fmla="*/ 76866 h 162687"/>
              <a:gd name="csX253" fmla="*/ 1481327 w 3465481"/>
              <a:gd name="csY253" fmla="*/ 86868 h 162687"/>
              <a:gd name="csX254" fmla="*/ 1479137 w 3465481"/>
              <a:gd name="csY254" fmla="*/ 100107 h 162687"/>
              <a:gd name="csX255" fmla="*/ 1483042 w 3465481"/>
              <a:gd name="csY255" fmla="*/ 117157 h 162687"/>
              <a:gd name="csX256" fmla="*/ 1494377 w 3465481"/>
              <a:gd name="csY256" fmla="*/ 128111 h 162687"/>
              <a:gd name="csX257" fmla="*/ 1512284 w 3465481"/>
              <a:gd name="csY257" fmla="*/ 131921 h 162687"/>
              <a:gd name="csX258" fmla="*/ 1527714 w 3465481"/>
              <a:gd name="csY258" fmla="*/ 129540 h 162687"/>
              <a:gd name="csX259" fmla="*/ 1542478 w 3465481"/>
              <a:gd name="csY259" fmla="*/ 122015 h 162687"/>
              <a:gd name="csX260" fmla="*/ 1556861 w 3465481"/>
              <a:gd name="csY260" fmla="*/ 148399 h 162687"/>
              <a:gd name="csX261" fmla="*/ 1536858 w 3465481"/>
              <a:gd name="csY261" fmla="*/ 158686 h 162687"/>
              <a:gd name="csX262" fmla="*/ 1509140 w 3465481"/>
              <a:gd name="csY262" fmla="*/ 162687 h 162687"/>
              <a:gd name="csX263" fmla="*/ 1509331 w 3465481"/>
              <a:gd name="csY263" fmla="*/ 162591 h 162687"/>
              <a:gd name="csX264" fmla="*/ 1476374 w 3465481"/>
              <a:gd name="csY264" fmla="*/ 154971 h 162687"/>
              <a:gd name="csX265" fmla="*/ 1454086 w 3465481"/>
              <a:gd name="csY265" fmla="*/ 133445 h 162687"/>
              <a:gd name="csX266" fmla="*/ 1446085 w 3465481"/>
              <a:gd name="csY266" fmla="*/ 100488 h 162687"/>
              <a:gd name="csX267" fmla="*/ 1450752 w 3465481"/>
              <a:gd name="csY267" fmla="*/ 75057 h 162687"/>
              <a:gd name="csX268" fmla="*/ 1463992 w 3465481"/>
              <a:gd name="csY268" fmla="*/ 55054 h 162687"/>
              <a:gd name="csX269" fmla="*/ 1484185 w 3465481"/>
              <a:gd name="csY269" fmla="*/ 42100 h 162687"/>
              <a:gd name="csX270" fmla="*/ 1509712 w 3465481"/>
              <a:gd name="csY270" fmla="*/ 37528 h 162687"/>
              <a:gd name="csX271" fmla="*/ 1093374 w 3465481"/>
              <a:gd name="csY271" fmla="*/ 0 h 162687"/>
              <a:gd name="csX272" fmla="*/ 1121378 w 3465481"/>
              <a:gd name="csY272" fmla="*/ 0 h 162687"/>
              <a:gd name="csX273" fmla="*/ 1148143 w 3465481"/>
              <a:gd name="csY273" fmla="*/ 29813 h 162687"/>
              <a:gd name="csX274" fmla="*/ 1117663 w 3465481"/>
              <a:gd name="csY274" fmla="*/ 29813 h 162687"/>
              <a:gd name="csX275" fmla="*/ 1106995 w 3465481"/>
              <a:gd name="csY275" fmla="*/ 17526 h 162687"/>
              <a:gd name="csX276" fmla="*/ 1096136 w 3465481"/>
              <a:gd name="csY276" fmla="*/ 29813 h 162687"/>
              <a:gd name="csX277" fmla="*/ 1066704 w 3465481"/>
              <a:gd name="csY277" fmla="*/ 29813 h 162687"/>
              <a:gd name="csX278" fmla="*/ 1066609 w 3465481"/>
              <a:gd name="csY278" fmla="*/ 29813 h 162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</a:cxnLst>
            <a:rect l="l" t="t" r="r" b="b"/>
            <a:pathLst>
              <a:path w="3465481" h="162687">
                <a:moveTo>
                  <a:pt x="1824894" y="72961"/>
                </a:moveTo>
                <a:lnTo>
                  <a:pt x="1811655" y="110870"/>
                </a:lnTo>
                <a:lnTo>
                  <a:pt x="1838134" y="110870"/>
                </a:lnTo>
                <a:close/>
                <a:moveTo>
                  <a:pt x="405955" y="66960"/>
                </a:moveTo>
                <a:lnTo>
                  <a:pt x="405955" y="94963"/>
                </a:lnTo>
                <a:lnTo>
                  <a:pt x="422243" y="94963"/>
                </a:lnTo>
                <a:cubicBezTo>
                  <a:pt x="427672" y="94963"/>
                  <a:pt x="431958" y="93916"/>
                  <a:pt x="435006" y="91820"/>
                </a:cubicBezTo>
                <a:cubicBezTo>
                  <a:pt x="438054" y="89725"/>
                  <a:pt x="439578" y="86105"/>
                  <a:pt x="439578" y="81152"/>
                </a:cubicBezTo>
                <a:cubicBezTo>
                  <a:pt x="439578" y="76199"/>
                  <a:pt x="437959" y="72389"/>
                  <a:pt x="434816" y="70198"/>
                </a:cubicBezTo>
                <a:cubicBezTo>
                  <a:pt x="431673" y="68103"/>
                  <a:pt x="427482" y="66960"/>
                  <a:pt x="422433" y="66960"/>
                </a:cubicBezTo>
                <a:close/>
                <a:moveTo>
                  <a:pt x="774191" y="65722"/>
                </a:moveTo>
                <a:lnTo>
                  <a:pt x="774191" y="92296"/>
                </a:lnTo>
                <a:lnTo>
                  <a:pt x="788860" y="92296"/>
                </a:lnTo>
                <a:cubicBezTo>
                  <a:pt x="794193" y="92296"/>
                  <a:pt x="798385" y="91249"/>
                  <a:pt x="801433" y="89248"/>
                </a:cubicBezTo>
                <a:cubicBezTo>
                  <a:pt x="804481" y="87248"/>
                  <a:pt x="806005" y="83819"/>
                  <a:pt x="806005" y="79057"/>
                </a:cubicBezTo>
                <a:cubicBezTo>
                  <a:pt x="806005" y="74294"/>
                  <a:pt x="804576" y="70770"/>
                  <a:pt x="801623" y="68770"/>
                </a:cubicBezTo>
                <a:cubicBezTo>
                  <a:pt x="798670" y="66674"/>
                  <a:pt x="794574" y="65722"/>
                  <a:pt x="789336" y="65722"/>
                </a:cubicBezTo>
                <a:close/>
                <a:moveTo>
                  <a:pt x="3407854" y="60007"/>
                </a:moveTo>
                <a:lnTo>
                  <a:pt x="3386233" y="115918"/>
                </a:lnTo>
                <a:lnTo>
                  <a:pt x="3386328" y="115918"/>
                </a:lnTo>
                <a:lnTo>
                  <a:pt x="3430524" y="115918"/>
                </a:lnTo>
                <a:close/>
                <a:moveTo>
                  <a:pt x="2844355" y="60007"/>
                </a:moveTo>
                <a:lnTo>
                  <a:pt x="2822733" y="115918"/>
                </a:lnTo>
                <a:lnTo>
                  <a:pt x="2822828" y="115918"/>
                </a:lnTo>
                <a:lnTo>
                  <a:pt x="2867024" y="115918"/>
                </a:lnTo>
                <a:close/>
                <a:moveTo>
                  <a:pt x="2107786" y="54958"/>
                </a:moveTo>
                <a:lnTo>
                  <a:pt x="2107786" y="144970"/>
                </a:lnTo>
                <a:lnTo>
                  <a:pt x="2107691" y="145065"/>
                </a:lnTo>
                <a:lnTo>
                  <a:pt x="2125217" y="145065"/>
                </a:lnTo>
                <a:cubicBezTo>
                  <a:pt x="2132171" y="145065"/>
                  <a:pt x="2138457" y="144017"/>
                  <a:pt x="2144172" y="141922"/>
                </a:cubicBezTo>
                <a:cubicBezTo>
                  <a:pt x="2149792" y="139826"/>
                  <a:pt x="2154650" y="136873"/>
                  <a:pt x="2158745" y="132873"/>
                </a:cubicBezTo>
                <a:cubicBezTo>
                  <a:pt x="2162841" y="128968"/>
                  <a:pt x="2165889" y="124205"/>
                  <a:pt x="2168080" y="118776"/>
                </a:cubicBezTo>
                <a:cubicBezTo>
                  <a:pt x="2170271" y="113347"/>
                  <a:pt x="2171414" y="107060"/>
                  <a:pt x="2171414" y="100107"/>
                </a:cubicBezTo>
                <a:cubicBezTo>
                  <a:pt x="2171414" y="90868"/>
                  <a:pt x="2169509" y="82962"/>
                  <a:pt x="2165698" y="76104"/>
                </a:cubicBezTo>
                <a:cubicBezTo>
                  <a:pt x="2161889" y="69246"/>
                  <a:pt x="2156555" y="64102"/>
                  <a:pt x="2149601" y="60483"/>
                </a:cubicBezTo>
                <a:cubicBezTo>
                  <a:pt x="2142743" y="56863"/>
                  <a:pt x="2134647" y="54958"/>
                  <a:pt x="2125313" y="54958"/>
                </a:cubicBezTo>
                <a:close/>
                <a:moveTo>
                  <a:pt x="3008280" y="54006"/>
                </a:moveTo>
                <a:lnTo>
                  <a:pt x="3008280" y="96392"/>
                </a:lnTo>
                <a:lnTo>
                  <a:pt x="3033331" y="96392"/>
                </a:lnTo>
                <a:cubicBezTo>
                  <a:pt x="3041713" y="96392"/>
                  <a:pt x="3048190" y="94582"/>
                  <a:pt x="3052857" y="90963"/>
                </a:cubicBezTo>
                <a:cubicBezTo>
                  <a:pt x="3057524" y="87343"/>
                  <a:pt x="3059810" y="82295"/>
                  <a:pt x="3059810" y="75723"/>
                </a:cubicBezTo>
                <a:cubicBezTo>
                  <a:pt x="3059810" y="69151"/>
                  <a:pt x="3057715" y="63626"/>
                  <a:pt x="3053619" y="59816"/>
                </a:cubicBezTo>
                <a:cubicBezTo>
                  <a:pt x="3049523" y="56006"/>
                  <a:pt x="3043237" y="54006"/>
                  <a:pt x="3034950" y="54006"/>
                </a:cubicBezTo>
                <a:close/>
                <a:moveTo>
                  <a:pt x="1064418" y="40005"/>
                </a:moveTo>
                <a:lnTo>
                  <a:pt x="1151095" y="40005"/>
                </a:lnTo>
                <a:lnTo>
                  <a:pt x="1151095" y="67247"/>
                </a:lnTo>
                <a:lnTo>
                  <a:pt x="1095946" y="67247"/>
                </a:lnTo>
                <a:lnTo>
                  <a:pt x="1095946" y="86201"/>
                </a:lnTo>
                <a:lnTo>
                  <a:pt x="1141666" y="86201"/>
                </a:lnTo>
                <a:lnTo>
                  <a:pt x="1141666" y="111252"/>
                </a:lnTo>
                <a:lnTo>
                  <a:pt x="1095946" y="111252"/>
                </a:lnTo>
                <a:lnTo>
                  <a:pt x="1095946" y="132398"/>
                </a:lnTo>
                <a:lnTo>
                  <a:pt x="1151762" y="132398"/>
                </a:lnTo>
                <a:lnTo>
                  <a:pt x="1151762" y="160020"/>
                </a:lnTo>
                <a:lnTo>
                  <a:pt x="1064418" y="160020"/>
                </a:lnTo>
                <a:close/>
                <a:moveTo>
                  <a:pt x="3400044" y="40004"/>
                </a:moveTo>
                <a:lnTo>
                  <a:pt x="3416808" y="40004"/>
                </a:lnTo>
                <a:lnTo>
                  <a:pt x="3465481" y="160019"/>
                </a:lnTo>
                <a:lnTo>
                  <a:pt x="3447288" y="160019"/>
                </a:lnTo>
                <a:lnTo>
                  <a:pt x="3435382" y="129920"/>
                </a:lnTo>
                <a:lnTo>
                  <a:pt x="3381851" y="129920"/>
                </a:lnTo>
                <a:lnTo>
                  <a:pt x="3370421" y="160019"/>
                </a:lnTo>
                <a:lnTo>
                  <a:pt x="3352800" y="160019"/>
                </a:lnTo>
                <a:close/>
                <a:moveTo>
                  <a:pt x="2992183" y="40004"/>
                </a:moveTo>
                <a:lnTo>
                  <a:pt x="3036379" y="40004"/>
                </a:lnTo>
                <a:cubicBezTo>
                  <a:pt x="3044475" y="40004"/>
                  <a:pt x="3051524" y="41433"/>
                  <a:pt x="3057429" y="44290"/>
                </a:cubicBezTo>
                <a:cubicBezTo>
                  <a:pt x="3063334" y="47148"/>
                  <a:pt x="3067907" y="51244"/>
                  <a:pt x="3071145" y="56482"/>
                </a:cubicBezTo>
                <a:cubicBezTo>
                  <a:pt x="3074384" y="61721"/>
                  <a:pt x="3076003" y="68008"/>
                  <a:pt x="3076003" y="75151"/>
                </a:cubicBezTo>
                <a:cubicBezTo>
                  <a:pt x="3076003" y="81152"/>
                  <a:pt x="3074669" y="86486"/>
                  <a:pt x="3072098" y="91058"/>
                </a:cubicBezTo>
                <a:cubicBezTo>
                  <a:pt x="3069431" y="95630"/>
                  <a:pt x="3065716" y="99440"/>
                  <a:pt x="3060953" y="102298"/>
                </a:cubicBezTo>
                <a:cubicBezTo>
                  <a:pt x="3056191" y="105155"/>
                  <a:pt x="3050571" y="107155"/>
                  <a:pt x="3044189" y="108108"/>
                </a:cubicBezTo>
                <a:lnTo>
                  <a:pt x="3081623" y="160019"/>
                </a:lnTo>
                <a:lnTo>
                  <a:pt x="3061906" y="160019"/>
                </a:lnTo>
                <a:lnTo>
                  <a:pt x="3026568" y="110203"/>
                </a:lnTo>
                <a:lnTo>
                  <a:pt x="3008280" y="110203"/>
                </a:lnTo>
                <a:lnTo>
                  <a:pt x="3008280" y="160019"/>
                </a:lnTo>
                <a:lnTo>
                  <a:pt x="2992183" y="160019"/>
                </a:lnTo>
                <a:close/>
                <a:moveTo>
                  <a:pt x="2836449" y="40004"/>
                </a:moveTo>
                <a:lnTo>
                  <a:pt x="2853213" y="40004"/>
                </a:lnTo>
                <a:lnTo>
                  <a:pt x="2901886" y="160019"/>
                </a:lnTo>
                <a:lnTo>
                  <a:pt x="2883693" y="160019"/>
                </a:lnTo>
                <a:lnTo>
                  <a:pt x="2871787" y="129920"/>
                </a:lnTo>
                <a:lnTo>
                  <a:pt x="2818256" y="129920"/>
                </a:lnTo>
                <a:lnTo>
                  <a:pt x="2806826" y="160019"/>
                </a:lnTo>
                <a:lnTo>
                  <a:pt x="2789205" y="160019"/>
                </a:lnTo>
                <a:close/>
                <a:moveTo>
                  <a:pt x="2575559" y="40004"/>
                </a:moveTo>
                <a:lnTo>
                  <a:pt x="2591275" y="40004"/>
                </a:lnTo>
                <a:lnTo>
                  <a:pt x="2638228" y="115878"/>
                </a:lnTo>
                <a:lnTo>
                  <a:pt x="2635186" y="120967"/>
                </a:lnTo>
                <a:lnTo>
                  <a:pt x="2641377" y="120967"/>
                </a:lnTo>
                <a:lnTo>
                  <a:pt x="2638228" y="115878"/>
                </a:lnTo>
                <a:lnTo>
                  <a:pt x="2683572" y="40004"/>
                </a:lnTo>
                <a:lnTo>
                  <a:pt x="2698813" y="40004"/>
                </a:lnTo>
                <a:lnTo>
                  <a:pt x="2698813" y="160019"/>
                </a:lnTo>
                <a:lnTo>
                  <a:pt x="2683001" y="160019"/>
                </a:lnTo>
                <a:lnTo>
                  <a:pt x="2683180" y="68112"/>
                </a:lnTo>
                <a:lnTo>
                  <a:pt x="2686335" y="62959"/>
                </a:lnTo>
                <a:lnTo>
                  <a:pt x="2683192" y="61912"/>
                </a:lnTo>
                <a:lnTo>
                  <a:pt x="2683180" y="68112"/>
                </a:lnTo>
                <a:lnTo>
                  <a:pt x="2643472" y="132968"/>
                </a:lnTo>
                <a:lnTo>
                  <a:pt x="2630995" y="132968"/>
                </a:lnTo>
                <a:lnTo>
                  <a:pt x="2590142" y="66975"/>
                </a:lnTo>
                <a:lnTo>
                  <a:pt x="2590132" y="61912"/>
                </a:lnTo>
                <a:lnTo>
                  <a:pt x="2587656" y="62959"/>
                </a:lnTo>
                <a:lnTo>
                  <a:pt x="2590142" y="66975"/>
                </a:lnTo>
                <a:lnTo>
                  <a:pt x="2590323" y="160019"/>
                </a:lnTo>
                <a:lnTo>
                  <a:pt x="2575559" y="160019"/>
                </a:lnTo>
                <a:close/>
                <a:moveTo>
                  <a:pt x="2284952" y="40004"/>
                </a:moveTo>
                <a:lnTo>
                  <a:pt x="2360199" y="40004"/>
                </a:lnTo>
                <a:lnTo>
                  <a:pt x="2360199" y="54387"/>
                </a:lnTo>
                <a:lnTo>
                  <a:pt x="2301049" y="54387"/>
                </a:lnTo>
                <a:lnTo>
                  <a:pt x="2301049" y="90106"/>
                </a:lnTo>
                <a:lnTo>
                  <a:pt x="2352580" y="90106"/>
                </a:lnTo>
                <a:lnTo>
                  <a:pt x="2352580" y="103917"/>
                </a:lnTo>
                <a:lnTo>
                  <a:pt x="2301049" y="103917"/>
                </a:lnTo>
                <a:lnTo>
                  <a:pt x="2301049" y="145541"/>
                </a:lnTo>
                <a:lnTo>
                  <a:pt x="2360771" y="145541"/>
                </a:lnTo>
                <a:lnTo>
                  <a:pt x="2360771" y="160019"/>
                </a:lnTo>
                <a:lnTo>
                  <a:pt x="2284952" y="160019"/>
                </a:lnTo>
                <a:close/>
                <a:moveTo>
                  <a:pt x="2091594" y="40004"/>
                </a:moveTo>
                <a:lnTo>
                  <a:pt x="2127884" y="40004"/>
                </a:lnTo>
                <a:cubicBezTo>
                  <a:pt x="2139695" y="40004"/>
                  <a:pt x="2150077" y="42576"/>
                  <a:pt x="2159126" y="47624"/>
                </a:cubicBezTo>
                <a:cubicBezTo>
                  <a:pt x="2168175" y="52672"/>
                  <a:pt x="2175319" y="59816"/>
                  <a:pt x="2180462" y="68865"/>
                </a:cubicBezTo>
                <a:cubicBezTo>
                  <a:pt x="2185606" y="77914"/>
                  <a:pt x="2188177" y="88296"/>
                  <a:pt x="2188177" y="100012"/>
                </a:cubicBezTo>
                <a:cubicBezTo>
                  <a:pt x="2188177" y="108775"/>
                  <a:pt x="2186749" y="116776"/>
                  <a:pt x="2183796" y="124110"/>
                </a:cubicBezTo>
                <a:cubicBezTo>
                  <a:pt x="2180843" y="131444"/>
                  <a:pt x="2176748" y="137731"/>
                  <a:pt x="2171318" y="143065"/>
                </a:cubicBezTo>
                <a:cubicBezTo>
                  <a:pt x="2165984" y="148399"/>
                  <a:pt x="2159602" y="152590"/>
                  <a:pt x="2152173" y="155447"/>
                </a:cubicBezTo>
                <a:cubicBezTo>
                  <a:pt x="2144839" y="158400"/>
                  <a:pt x="2136743" y="159829"/>
                  <a:pt x="2127884" y="159829"/>
                </a:cubicBezTo>
                <a:lnTo>
                  <a:pt x="2091594" y="159829"/>
                </a:lnTo>
                <a:close/>
                <a:moveTo>
                  <a:pt x="1806892" y="40004"/>
                </a:moveTo>
                <a:lnTo>
                  <a:pt x="1843944" y="40004"/>
                </a:lnTo>
                <a:lnTo>
                  <a:pt x="1888331" y="160019"/>
                </a:lnTo>
                <a:lnTo>
                  <a:pt x="1852803" y="160019"/>
                </a:lnTo>
                <a:lnTo>
                  <a:pt x="1845278" y="137159"/>
                </a:lnTo>
                <a:lnTo>
                  <a:pt x="1804701" y="137159"/>
                </a:lnTo>
                <a:lnTo>
                  <a:pt x="1797272" y="160019"/>
                </a:lnTo>
                <a:lnTo>
                  <a:pt x="1762601" y="160019"/>
                </a:lnTo>
                <a:close/>
                <a:moveTo>
                  <a:pt x="1645253" y="40004"/>
                </a:moveTo>
                <a:lnTo>
                  <a:pt x="1676781" y="40004"/>
                </a:lnTo>
                <a:lnTo>
                  <a:pt x="1676781" y="160019"/>
                </a:lnTo>
                <a:lnTo>
                  <a:pt x="1645253" y="160019"/>
                </a:lnTo>
                <a:close/>
                <a:moveTo>
                  <a:pt x="1246632" y="40004"/>
                </a:moveTo>
                <a:lnTo>
                  <a:pt x="1277969" y="40004"/>
                </a:lnTo>
                <a:lnTo>
                  <a:pt x="1323689" y="108965"/>
                </a:lnTo>
                <a:lnTo>
                  <a:pt x="1323689" y="40004"/>
                </a:lnTo>
                <a:lnTo>
                  <a:pt x="1354169" y="40004"/>
                </a:lnTo>
                <a:lnTo>
                  <a:pt x="1354169" y="160019"/>
                </a:lnTo>
                <a:lnTo>
                  <a:pt x="1322832" y="160019"/>
                </a:lnTo>
                <a:lnTo>
                  <a:pt x="1277112" y="90010"/>
                </a:lnTo>
                <a:lnTo>
                  <a:pt x="1277112" y="160019"/>
                </a:lnTo>
                <a:lnTo>
                  <a:pt x="1246632" y="160019"/>
                </a:lnTo>
                <a:close/>
                <a:moveTo>
                  <a:pt x="933640" y="40004"/>
                </a:moveTo>
                <a:lnTo>
                  <a:pt x="965168" y="40004"/>
                </a:lnTo>
                <a:lnTo>
                  <a:pt x="965168" y="160019"/>
                </a:lnTo>
                <a:lnTo>
                  <a:pt x="933640" y="160019"/>
                </a:lnTo>
                <a:close/>
                <a:moveTo>
                  <a:pt x="742568" y="40004"/>
                </a:moveTo>
                <a:lnTo>
                  <a:pt x="792384" y="40004"/>
                </a:lnTo>
                <a:cubicBezTo>
                  <a:pt x="801528" y="40004"/>
                  <a:pt x="809529" y="41433"/>
                  <a:pt x="816387" y="44386"/>
                </a:cubicBezTo>
                <a:cubicBezTo>
                  <a:pt x="823245" y="47243"/>
                  <a:pt x="828484" y="51529"/>
                  <a:pt x="832293" y="57054"/>
                </a:cubicBezTo>
                <a:cubicBezTo>
                  <a:pt x="836008" y="62578"/>
                  <a:pt x="837913" y="69246"/>
                  <a:pt x="837913" y="77056"/>
                </a:cubicBezTo>
                <a:cubicBezTo>
                  <a:pt x="837913" y="82867"/>
                  <a:pt x="836866" y="88010"/>
                  <a:pt x="834675" y="92487"/>
                </a:cubicBezTo>
                <a:cubicBezTo>
                  <a:pt x="832484" y="96868"/>
                  <a:pt x="829626" y="100678"/>
                  <a:pt x="826007" y="103726"/>
                </a:cubicBezTo>
                <a:cubicBezTo>
                  <a:pt x="822387" y="106774"/>
                  <a:pt x="818292" y="109060"/>
                  <a:pt x="813720" y="110584"/>
                </a:cubicBezTo>
                <a:lnTo>
                  <a:pt x="844676" y="160114"/>
                </a:lnTo>
                <a:lnTo>
                  <a:pt x="807433" y="160114"/>
                </a:lnTo>
                <a:lnTo>
                  <a:pt x="782859" y="117347"/>
                </a:lnTo>
                <a:lnTo>
                  <a:pt x="774286" y="117347"/>
                </a:lnTo>
                <a:lnTo>
                  <a:pt x="774286" y="160114"/>
                </a:lnTo>
                <a:lnTo>
                  <a:pt x="742759" y="160114"/>
                </a:lnTo>
                <a:lnTo>
                  <a:pt x="742568" y="160019"/>
                </a:lnTo>
                <a:close/>
                <a:moveTo>
                  <a:pt x="560355" y="40004"/>
                </a:moveTo>
                <a:lnTo>
                  <a:pt x="647032" y="40004"/>
                </a:lnTo>
                <a:lnTo>
                  <a:pt x="647032" y="67246"/>
                </a:lnTo>
                <a:lnTo>
                  <a:pt x="591883" y="67246"/>
                </a:lnTo>
                <a:lnTo>
                  <a:pt x="591883" y="86200"/>
                </a:lnTo>
                <a:lnTo>
                  <a:pt x="637603" y="86200"/>
                </a:lnTo>
                <a:lnTo>
                  <a:pt x="637603" y="111251"/>
                </a:lnTo>
                <a:lnTo>
                  <a:pt x="591883" y="111251"/>
                </a:lnTo>
                <a:lnTo>
                  <a:pt x="591883" y="132397"/>
                </a:lnTo>
                <a:lnTo>
                  <a:pt x="647699" y="132397"/>
                </a:lnTo>
                <a:lnTo>
                  <a:pt x="647699" y="160019"/>
                </a:lnTo>
                <a:lnTo>
                  <a:pt x="560355" y="160019"/>
                </a:lnTo>
                <a:close/>
                <a:moveTo>
                  <a:pt x="374332" y="40004"/>
                </a:moveTo>
                <a:lnTo>
                  <a:pt x="424053" y="40004"/>
                </a:lnTo>
                <a:cubicBezTo>
                  <a:pt x="433101" y="40004"/>
                  <a:pt x="441102" y="41623"/>
                  <a:pt x="448246" y="44767"/>
                </a:cubicBezTo>
                <a:cubicBezTo>
                  <a:pt x="455390" y="47910"/>
                  <a:pt x="460914" y="52577"/>
                  <a:pt x="465010" y="58673"/>
                </a:cubicBezTo>
                <a:cubicBezTo>
                  <a:pt x="469106" y="64769"/>
                  <a:pt x="471106" y="72008"/>
                  <a:pt x="471106" y="80485"/>
                </a:cubicBezTo>
                <a:cubicBezTo>
                  <a:pt x="471106" y="88963"/>
                  <a:pt x="469201" y="96487"/>
                  <a:pt x="465486" y="102488"/>
                </a:cubicBezTo>
                <a:cubicBezTo>
                  <a:pt x="461676" y="108489"/>
                  <a:pt x="456247" y="113156"/>
                  <a:pt x="449199" y="116299"/>
                </a:cubicBezTo>
                <a:cubicBezTo>
                  <a:pt x="442055" y="119443"/>
                  <a:pt x="433482" y="121062"/>
                  <a:pt x="423386" y="121062"/>
                </a:cubicBezTo>
                <a:lnTo>
                  <a:pt x="405955" y="121062"/>
                </a:lnTo>
                <a:lnTo>
                  <a:pt x="405955" y="160019"/>
                </a:lnTo>
                <a:lnTo>
                  <a:pt x="374427" y="160019"/>
                </a:lnTo>
                <a:lnTo>
                  <a:pt x="374332" y="160019"/>
                </a:lnTo>
                <a:close/>
                <a:moveTo>
                  <a:pt x="171544" y="40004"/>
                </a:moveTo>
                <a:lnTo>
                  <a:pt x="209549" y="40004"/>
                </a:lnTo>
                <a:lnTo>
                  <a:pt x="229266" y="74866"/>
                </a:lnTo>
                <a:lnTo>
                  <a:pt x="249364" y="40004"/>
                </a:lnTo>
                <a:lnTo>
                  <a:pt x="286416" y="40004"/>
                </a:lnTo>
                <a:lnTo>
                  <a:pt x="250888" y="99535"/>
                </a:lnTo>
                <a:lnTo>
                  <a:pt x="287178" y="160019"/>
                </a:lnTo>
                <a:lnTo>
                  <a:pt x="248792" y="160019"/>
                </a:lnTo>
                <a:lnTo>
                  <a:pt x="228123" y="122967"/>
                </a:lnTo>
                <a:lnTo>
                  <a:pt x="207739" y="160019"/>
                </a:lnTo>
                <a:lnTo>
                  <a:pt x="170306" y="160019"/>
                </a:lnTo>
                <a:lnTo>
                  <a:pt x="170211" y="160019"/>
                </a:lnTo>
                <a:lnTo>
                  <a:pt x="206787" y="98964"/>
                </a:lnTo>
                <a:close/>
                <a:moveTo>
                  <a:pt x="0" y="40004"/>
                </a:moveTo>
                <a:lnTo>
                  <a:pt x="86678" y="40004"/>
                </a:lnTo>
                <a:lnTo>
                  <a:pt x="86678" y="67246"/>
                </a:lnTo>
                <a:lnTo>
                  <a:pt x="31528" y="67246"/>
                </a:lnTo>
                <a:lnTo>
                  <a:pt x="31528" y="86200"/>
                </a:lnTo>
                <a:lnTo>
                  <a:pt x="77248" y="86200"/>
                </a:lnTo>
                <a:lnTo>
                  <a:pt x="77248" y="111251"/>
                </a:lnTo>
                <a:lnTo>
                  <a:pt x="31528" y="111251"/>
                </a:lnTo>
                <a:lnTo>
                  <a:pt x="31528" y="132397"/>
                </a:lnTo>
                <a:lnTo>
                  <a:pt x="87344" y="132397"/>
                </a:lnTo>
                <a:lnTo>
                  <a:pt x="87344" y="160019"/>
                </a:lnTo>
                <a:lnTo>
                  <a:pt x="0" y="160019"/>
                </a:lnTo>
                <a:close/>
                <a:moveTo>
                  <a:pt x="3229641" y="37528"/>
                </a:moveTo>
                <a:cubicBezTo>
                  <a:pt x="3238689" y="37528"/>
                  <a:pt x="3246214" y="38671"/>
                  <a:pt x="3252882" y="40862"/>
                </a:cubicBezTo>
                <a:cubicBezTo>
                  <a:pt x="3259549" y="43052"/>
                  <a:pt x="3265264" y="46196"/>
                  <a:pt x="3270027" y="50196"/>
                </a:cubicBezTo>
                <a:lnTo>
                  <a:pt x="3261454" y="63436"/>
                </a:lnTo>
                <a:cubicBezTo>
                  <a:pt x="3257549" y="59912"/>
                  <a:pt x="3253072" y="57340"/>
                  <a:pt x="3247929" y="55626"/>
                </a:cubicBezTo>
                <a:cubicBezTo>
                  <a:pt x="3242785" y="53911"/>
                  <a:pt x="3237070" y="53054"/>
                  <a:pt x="3230879" y="53054"/>
                </a:cubicBezTo>
                <a:cubicBezTo>
                  <a:pt x="3223830" y="53054"/>
                  <a:pt x="3217449" y="54197"/>
                  <a:pt x="3211734" y="56292"/>
                </a:cubicBezTo>
                <a:cubicBezTo>
                  <a:pt x="3206019" y="58483"/>
                  <a:pt x="3201161" y="61626"/>
                  <a:pt x="3197065" y="65722"/>
                </a:cubicBezTo>
                <a:cubicBezTo>
                  <a:pt x="3193065" y="69818"/>
                  <a:pt x="3189921" y="74771"/>
                  <a:pt x="3187731" y="80486"/>
                </a:cubicBezTo>
                <a:cubicBezTo>
                  <a:pt x="3185540" y="86201"/>
                  <a:pt x="3184492" y="92773"/>
                  <a:pt x="3184492" y="99917"/>
                </a:cubicBezTo>
                <a:cubicBezTo>
                  <a:pt x="3184492" y="109823"/>
                  <a:pt x="3186397" y="118395"/>
                  <a:pt x="3190303" y="125349"/>
                </a:cubicBezTo>
                <a:cubicBezTo>
                  <a:pt x="3194112" y="132397"/>
                  <a:pt x="3199637" y="137731"/>
                  <a:pt x="3206686" y="141446"/>
                </a:cubicBezTo>
                <a:cubicBezTo>
                  <a:pt x="3213734" y="145161"/>
                  <a:pt x="3222116" y="146970"/>
                  <a:pt x="3231831" y="146970"/>
                </a:cubicBezTo>
                <a:cubicBezTo>
                  <a:pt x="3238023" y="146970"/>
                  <a:pt x="3244023" y="146018"/>
                  <a:pt x="3249834" y="144208"/>
                </a:cubicBezTo>
                <a:cubicBezTo>
                  <a:pt x="3255644" y="142398"/>
                  <a:pt x="3260978" y="139350"/>
                  <a:pt x="3266026" y="135064"/>
                </a:cubicBezTo>
                <a:lnTo>
                  <a:pt x="3273551" y="148780"/>
                </a:lnTo>
                <a:cubicBezTo>
                  <a:pt x="3267646" y="153447"/>
                  <a:pt x="3261073" y="156876"/>
                  <a:pt x="3253834" y="159162"/>
                </a:cubicBezTo>
                <a:cubicBezTo>
                  <a:pt x="3246500" y="161448"/>
                  <a:pt x="3238499" y="162687"/>
                  <a:pt x="3229641" y="162687"/>
                </a:cubicBezTo>
                <a:lnTo>
                  <a:pt x="3229450" y="162591"/>
                </a:lnTo>
                <a:cubicBezTo>
                  <a:pt x="3217068" y="162591"/>
                  <a:pt x="3206209" y="160019"/>
                  <a:pt x="3196875" y="154876"/>
                </a:cubicBezTo>
                <a:cubicBezTo>
                  <a:pt x="3187540" y="149733"/>
                  <a:pt x="3180396" y="142398"/>
                  <a:pt x="3175253" y="133064"/>
                </a:cubicBezTo>
                <a:cubicBezTo>
                  <a:pt x="3170110" y="123729"/>
                  <a:pt x="3167633" y="112680"/>
                  <a:pt x="3167633" y="100107"/>
                </a:cubicBezTo>
                <a:cubicBezTo>
                  <a:pt x="3167633" y="91059"/>
                  <a:pt x="3169157" y="82677"/>
                  <a:pt x="3172205" y="75057"/>
                </a:cubicBezTo>
                <a:cubicBezTo>
                  <a:pt x="3175253" y="67436"/>
                  <a:pt x="3179539" y="60864"/>
                  <a:pt x="3185064" y="55245"/>
                </a:cubicBezTo>
                <a:cubicBezTo>
                  <a:pt x="3190588" y="49625"/>
                  <a:pt x="3197161" y="45339"/>
                  <a:pt x="3204780" y="42195"/>
                </a:cubicBezTo>
                <a:cubicBezTo>
                  <a:pt x="3212401" y="39052"/>
                  <a:pt x="3220592" y="37528"/>
                  <a:pt x="3229641" y="37528"/>
                </a:cubicBezTo>
                <a:close/>
                <a:moveTo>
                  <a:pt x="1509712" y="37528"/>
                </a:moveTo>
                <a:cubicBezTo>
                  <a:pt x="1520094" y="37528"/>
                  <a:pt x="1528667" y="38861"/>
                  <a:pt x="1535525" y="41433"/>
                </a:cubicBezTo>
                <a:cubicBezTo>
                  <a:pt x="1542383" y="44005"/>
                  <a:pt x="1548574" y="47720"/>
                  <a:pt x="1554289" y="52577"/>
                </a:cubicBezTo>
                <a:lnTo>
                  <a:pt x="1538668" y="78485"/>
                </a:lnTo>
                <a:cubicBezTo>
                  <a:pt x="1535429" y="75152"/>
                  <a:pt x="1531619" y="72580"/>
                  <a:pt x="1527048" y="70866"/>
                </a:cubicBezTo>
                <a:cubicBezTo>
                  <a:pt x="1522475" y="69151"/>
                  <a:pt x="1517427" y="68294"/>
                  <a:pt x="1511807" y="68294"/>
                </a:cubicBezTo>
                <a:cubicBezTo>
                  <a:pt x="1506569" y="68294"/>
                  <a:pt x="1501997" y="69056"/>
                  <a:pt x="1497901" y="70485"/>
                </a:cubicBezTo>
                <a:cubicBezTo>
                  <a:pt x="1493805" y="72009"/>
                  <a:pt x="1490471" y="74104"/>
                  <a:pt x="1487709" y="76866"/>
                </a:cubicBezTo>
                <a:cubicBezTo>
                  <a:pt x="1484947" y="79628"/>
                  <a:pt x="1482851" y="82962"/>
                  <a:pt x="1481327" y="86868"/>
                </a:cubicBezTo>
                <a:cubicBezTo>
                  <a:pt x="1479899" y="90773"/>
                  <a:pt x="1479137" y="95250"/>
                  <a:pt x="1479137" y="100107"/>
                </a:cubicBezTo>
                <a:cubicBezTo>
                  <a:pt x="1479137" y="106775"/>
                  <a:pt x="1480470" y="112395"/>
                  <a:pt x="1483042" y="117157"/>
                </a:cubicBezTo>
                <a:cubicBezTo>
                  <a:pt x="1485709" y="121920"/>
                  <a:pt x="1489424" y="125539"/>
                  <a:pt x="1494377" y="128111"/>
                </a:cubicBezTo>
                <a:cubicBezTo>
                  <a:pt x="1499330" y="130683"/>
                  <a:pt x="1505235" y="131921"/>
                  <a:pt x="1512284" y="131921"/>
                </a:cubicBezTo>
                <a:cubicBezTo>
                  <a:pt x="1517427" y="131921"/>
                  <a:pt x="1522571" y="131159"/>
                  <a:pt x="1527714" y="129540"/>
                </a:cubicBezTo>
                <a:cubicBezTo>
                  <a:pt x="1532858" y="127920"/>
                  <a:pt x="1537811" y="125444"/>
                  <a:pt x="1542478" y="122015"/>
                </a:cubicBezTo>
                <a:lnTo>
                  <a:pt x="1556861" y="148399"/>
                </a:lnTo>
                <a:cubicBezTo>
                  <a:pt x="1551336" y="152590"/>
                  <a:pt x="1544764" y="156019"/>
                  <a:pt x="1536858" y="158686"/>
                </a:cubicBezTo>
                <a:cubicBezTo>
                  <a:pt x="1529048" y="161353"/>
                  <a:pt x="1519808" y="162687"/>
                  <a:pt x="1509140" y="162687"/>
                </a:cubicBezTo>
                <a:lnTo>
                  <a:pt x="1509331" y="162591"/>
                </a:lnTo>
                <a:cubicBezTo>
                  <a:pt x="1496853" y="162591"/>
                  <a:pt x="1485899" y="160019"/>
                  <a:pt x="1476374" y="154971"/>
                </a:cubicBezTo>
                <a:cubicBezTo>
                  <a:pt x="1466849" y="149923"/>
                  <a:pt x="1459420" y="142684"/>
                  <a:pt x="1454086" y="133445"/>
                </a:cubicBezTo>
                <a:cubicBezTo>
                  <a:pt x="1448752" y="124110"/>
                  <a:pt x="1446085" y="113157"/>
                  <a:pt x="1446085" y="100488"/>
                </a:cubicBezTo>
                <a:cubicBezTo>
                  <a:pt x="1446085" y="91249"/>
                  <a:pt x="1447609" y="82772"/>
                  <a:pt x="1450752" y="75057"/>
                </a:cubicBezTo>
                <a:cubicBezTo>
                  <a:pt x="1453895" y="67341"/>
                  <a:pt x="1458277" y="60674"/>
                  <a:pt x="1463992" y="55054"/>
                </a:cubicBezTo>
                <a:cubicBezTo>
                  <a:pt x="1469707" y="49434"/>
                  <a:pt x="1476470" y="45148"/>
                  <a:pt x="1484185" y="42100"/>
                </a:cubicBezTo>
                <a:cubicBezTo>
                  <a:pt x="1491900" y="39052"/>
                  <a:pt x="1500473" y="37528"/>
                  <a:pt x="1509712" y="37528"/>
                </a:cubicBezTo>
                <a:close/>
                <a:moveTo>
                  <a:pt x="1093374" y="0"/>
                </a:moveTo>
                <a:lnTo>
                  <a:pt x="1121378" y="0"/>
                </a:lnTo>
                <a:lnTo>
                  <a:pt x="1148143" y="29813"/>
                </a:lnTo>
                <a:lnTo>
                  <a:pt x="1117663" y="29813"/>
                </a:lnTo>
                <a:lnTo>
                  <a:pt x="1106995" y="17526"/>
                </a:lnTo>
                <a:lnTo>
                  <a:pt x="1096136" y="29813"/>
                </a:lnTo>
                <a:lnTo>
                  <a:pt x="1066704" y="29813"/>
                </a:lnTo>
                <a:lnTo>
                  <a:pt x="1066609" y="29813"/>
                </a:lnTo>
                <a:close/>
              </a:path>
            </a:pathLst>
          </a:custGeom>
          <a:solidFill>
            <a:srgbClr val="636466"/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56FEEE8-16F2-5DEA-E75D-155585645367}"/>
              </a:ext>
            </a:extLst>
          </p:cNvPr>
          <p:cNvSpPr txBox="1"/>
          <p:nvPr/>
        </p:nvSpPr>
        <p:spPr>
          <a:xfrm>
            <a:off x="10092444" y="6264811"/>
            <a:ext cx="1785890" cy="27568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>
              <a:lnSpc>
                <a:spcPts val="1800"/>
              </a:lnSpc>
            </a:pPr>
            <a:r>
              <a:rPr lang="pt-BR" sz="1600" dirty="0">
                <a:solidFill>
                  <a:srgbClr val="636466"/>
                </a:solidFill>
                <a:highlight>
                  <a:srgbClr val="FFCB05"/>
                </a:highlight>
                <a:latin typeface="Geologica" pitchFamily="2" charset="0"/>
              </a:rPr>
              <a:t>TOTAL PEÇAS: 01 </a:t>
            </a:r>
            <a:endParaRPr lang="pt-BR" sz="1600" b="1" dirty="0">
              <a:solidFill>
                <a:srgbClr val="636466"/>
              </a:solidFill>
              <a:highlight>
                <a:srgbClr val="FFCB05"/>
              </a:highlight>
              <a:latin typeface="Geolog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055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A32CC-D0A1-D5DC-79FF-244FCE93C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áfico 9">
            <a:extLst>
              <a:ext uri="{FF2B5EF4-FFF2-40B4-BE49-F238E27FC236}">
                <a16:creationId xmlns:a16="http://schemas.microsoft.com/office/drawing/2014/main" id="{E368549E-3047-D922-2813-53EF6296E98F}"/>
              </a:ext>
            </a:extLst>
          </p:cNvPr>
          <p:cNvSpPr/>
          <p:nvPr/>
        </p:nvSpPr>
        <p:spPr>
          <a:xfrm>
            <a:off x="10095932" y="318476"/>
            <a:ext cx="1782402" cy="891169"/>
          </a:xfrm>
          <a:custGeom>
            <a:avLst/>
            <a:gdLst>
              <a:gd name="csX0" fmla="*/ 1692878 w 2630900"/>
              <a:gd name="csY0" fmla="*/ 193358 h 1315402"/>
              <a:gd name="csX1" fmla="*/ 1354931 w 2630900"/>
              <a:gd name="csY1" fmla="*/ 480346 h 1315402"/>
              <a:gd name="csX2" fmla="*/ 1692878 w 2630900"/>
              <a:gd name="csY2" fmla="*/ 480346 h 1315402"/>
              <a:gd name="csX3" fmla="*/ 1692878 w 2630900"/>
              <a:gd name="csY3" fmla="*/ 668941 h 1315402"/>
              <a:gd name="csX4" fmla="*/ 930878 w 2630900"/>
              <a:gd name="csY4" fmla="*/ 1315403 h 1315402"/>
              <a:gd name="csX5" fmla="*/ 930878 w 2630900"/>
              <a:gd name="csY5" fmla="*/ 1063752 h 1315402"/>
              <a:gd name="csX6" fmla="*/ 1396460 w 2630900"/>
              <a:gd name="csY6" fmla="*/ 668941 h 1315402"/>
              <a:gd name="csX7" fmla="*/ 1056894 w 2630900"/>
              <a:gd name="csY7" fmla="*/ 668941 h 1315402"/>
              <a:gd name="csX8" fmla="*/ 1056894 w 2630900"/>
              <a:gd name="csY8" fmla="*/ 480346 h 1315402"/>
              <a:gd name="csX9" fmla="*/ 1395603 w 2630900"/>
              <a:gd name="csY9" fmla="*/ 193358 h 1315402"/>
              <a:gd name="csX10" fmla="*/ 930878 w 2630900"/>
              <a:gd name="csY10" fmla="*/ 193358 h 1315402"/>
              <a:gd name="csX11" fmla="*/ 930878 w 2630900"/>
              <a:gd name="csY11" fmla="*/ 0 h 1315402"/>
              <a:gd name="csX12" fmla="*/ 1692878 w 2630900"/>
              <a:gd name="csY12" fmla="*/ 0 h 1315402"/>
              <a:gd name="csX13" fmla="*/ 1692878 w 2630900"/>
              <a:gd name="csY13" fmla="*/ 193358 h 1315402"/>
              <a:gd name="csX14" fmla="*/ 646367 w 2630900"/>
              <a:gd name="csY14" fmla="*/ 381 h 1315402"/>
              <a:gd name="csX15" fmla="*/ 646367 w 2630900"/>
              <a:gd name="csY15" fmla="*/ 468059 h 1315402"/>
              <a:gd name="csX16" fmla="*/ 250031 w 2630900"/>
              <a:gd name="csY16" fmla="*/ 857 h 1315402"/>
              <a:gd name="csX17" fmla="*/ 0 w 2630900"/>
              <a:gd name="csY17" fmla="*/ 857 h 1315402"/>
              <a:gd name="csX18" fmla="*/ 646367 w 2630900"/>
              <a:gd name="csY18" fmla="*/ 765143 h 1315402"/>
              <a:gd name="csX19" fmla="*/ 839629 w 2630900"/>
              <a:gd name="csY19" fmla="*/ 765143 h 1315402"/>
              <a:gd name="csX20" fmla="*/ 839629 w 2630900"/>
              <a:gd name="csY20" fmla="*/ 381 h 1315402"/>
              <a:gd name="csX21" fmla="*/ 646367 w 2630900"/>
              <a:gd name="csY21" fmla="*/ 381 h 1315402"/>
              <a:gd name="csX22" fmla="*/ 2630900 w 2630900"/>
              <a:gd name="csY22" fmla="*/ 765048 h 1315402"/>
              <a:gd name="csX23" fmla="*/ 1984439 w 2630900"/>
              <a:gd name="csY23" fmla="*/ 381 h 1315402"/>
              <a:gd name="csX24" fmla="*/ 1790986 w 2630900"/>
              <a:gd name="csY24" fmla="*/ 381 h 1315402"/>
              <a:gd name="csX25" fmla="*/ 1790986 w 2630900"/>
              <a:gd name="csY25" fmla="*/ 766763 h 1315402"/>
              <a:gd name="csX26" fmla="*/ 1984439 w 2630900"/>
              <a:gd name="csY26" fmla="*/ 766763 h 1315402"/>
              <a:gd name="csX27" fmla="*/ 1984439 w 2630900"/>
              <a:gd name="csY27" fmla="*/ 298990 h 1315402"/>
              <a:gd name="csX28" fmla="*/ 2380869 w 2630900"/>
              <a:gd name="csY28" fmla="*/ 765143 h 1315402"/>
              <a:gd name="csX29" fmla="*/ 2630900 w 2630900"/>
              <a:gd name="csY29" fmla="*/ 765143 h 13154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2630900" h="1315402">
                <a:moveTo>
                  <a:pt x="1692878" y="193358"/>
                </a:moveTo>
                <a:lnTo>
                  <a:pt x="1354931" y="480346"/>
                </a:lnTo>
                <a:lnTo>
                  <a:pt x="1692878" y="480346"/>
                </a:lnTo>
                <a:lnTo>
                  <a:pt x="1692878" y="668941"/>
                </a:lnTo>
                <a:lnTo>
                  <a:pt x="930878" y="1315403"/>
                </a:lnTo>
                <a:lnTo>
                  <a:pt x="930878" y="1063752"/>
                </a:lnTo>
                <a:cubicBezTo>
                  <a:pt x="930878" y="1063752"/>
                  <a:pt x="1396460" y="668941"/>
                  <a:pt x="1396460" y="668941"/>
                </a:cubicBezTo>
                <a:lnTo>
                  <a:pt x="1056894" y="668941"/>
                </a:lnTo>
                <a:lnTo>
                  <a:pt x="1056894" y="480346"/>
                </a:lnTo>
                <a:lnTo>
                  <a:pt x="1395603" y="193358"/>
                </a:lnTo>
                <a:lnTo>
                  <a:pt x="930878" y="193358"/>
                </a:lnTo>
                <a:lnTo>
                  <a:pt x="930878" y="0"/>
                </a:lnTo>
                <a:lnTo>
                  <a:pt x="1692878" y="0"/>
                </a:lnTo>
                <a:lnTo>
                  <a:pt x="1692878" y="193358"/>
                </a:lnTo>
                <a:close/>
                <a:moveTo>
                  <a:pt x="646367" y="381"/>
                </a:moveTo>
                <a:lnTo>
                  <a:pt x="646367" y="468059"/>
                </a:lnTo>
                <a:lnTo>
                  <a:pt x="250031" y="857"/>
                </a:lnTo>
                <a:lnTo>
                  <a:pt x="0" y="857"/>
                </a:lnTo>
                <a:lnTo>
                  <a:pt x="646367" y="765143"/>
                </a:lnTo>
                <a:lnTo>
                  <a:pt x="839629" y="765143"/>
                </a:lnTo>
                <a:lnTo>
                  <a:pt x="839629" y="381"/>
                </a:lnTo>
                <a:lnTo>
                  <a:pt x="646367" y="381"/>
                </a:lnTo>
                <a:close/>
                <a:moveTo>
                  <a:pt x="2630900" y="765048"/>
                </a:moveTo>
                <a:lnTo>
                  <a:pt x="1984439" y="381"/>
                </a:lnTo>
                <a:lnTo>
                  <a:pt x="1790986" y="381"/>
                </a:lnTo>
                <a:lnTo>
                  <a:pt x="1790986" y="766763"/>
                </a:lnTo>
                <a:lnTo>
                  <a:pt x="1984439" y="766763"/>
                </a:lnTo>
                <a:lnTo>
                  <a:pt x="1984439" y="298990"/>
                </a:lnTo>
                <a:lnTo>
                  <a:pt x="2380869" y="765143"/>
                </a:lnTo>
                <a:lnTo>
                  <a:pt x="2630900" y="765143"/>
                </a:lnTo>
                <a:close/>
              </a:path>
            </a:pathLst>
          </a:custGeom>
          <a:solidFill>
            <a:srgbClr val="FFCB05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15B9BA0-4BDB-AC6D-546B-4170B102ACD3}"/>
              </a:ext>
            </a:extLst>
          </p:cNvPr>
          <p:cNvSpPr txBox="1"/>
          <p:nvPr/>
        </p:nvSpPr>
        <p:spPr>
          <a:xfrm>
            <a:off x="264215" y="817859"/>
            <a:ext cx="1655322" cy="542543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>
              <a:lnSpc>
                <a:spcPts val="4000"/>
              </a:lnSpc>
            </a:pPr>
            <a:r>
              <a:rPr lang="pt-BR" sz="4000" dirty="0">
                <a:solidFill>
                  <a:srgbClr val="636466"/>
                </a:solidFill>
                <a:latin typeface="Geologica ExtraBold" pitchFamily="2" charset="0"/>
              </a:rPr>
              <a:t>BIKE</a:t>
            </a:r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2497F057-9AC1-22A4-70E3-D6C6FBAC3E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1195" y="-531440"/>
            <a:ext cx="1683130" cy="334848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6C36E5A3-D95D-3DB5-40CF-A269550BF3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4132" y="-512505"/>
            <a:ext cx="347504" cy="315913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E6938B69-CDA4-38A0-B402-C6AA3A63FA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832011" y="-512505"/>
            <a:ext cx="347504" cy="315913"/>
          </a:xfrm>
          <a:prstGeom prst="rect">
            <a:avLst/>
          </a:prstGeom>
        </p:spPr>
      </p:pic>
      <p:grpSp>
        <p:nvGrpSpPr>
          <p:cNvPr id="21" name="Agrupar 20">
            <a:extLst>
              <a:ext uri="{FF2B5EF4-FFF2-40B4-BE49-F238E27FC236}">
                <a16:creationId xmlns:a16="http://schemas.microsoft.com/office/drawing/2014/main" id="{6B952A98-B91A-7B68-F48F-9BE8B58A96E9}"/>
              </a:ext>
            </a:extLst>
          </p:cNvPr>
          <p:cNvGrpSpPr/>
          <p:nvPr/>
        </p:nvGrpSpPr>
        <p:grpSpPr>
          <a:xfrm>
            <a:off x="12595760" y="16542"/>
            <a:ext cx="1285003" cy="2584366"/>
            <a:chOff x="12595760" y="16542"/>
            <a:chExt cx="1285003" cy="2584366"/>
          </a:xfrm>
        </p:grpSpPr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23ABA8AD-B4D6-E65E-5A93-C9C2183A9DC4}"/>
                </a:ext>
              </a:extLst>
            </p:cNvPr>
            <p:cNvGrpSpPr/>
            <p:nvPr/>
          </p:nvGrpSpPr>
          <p:grpSpPr>
            <a:xfrm>
              <a:off x="12720736" y="315913"/>
              <a:ext cx="517525" cy="517525"/>
              <a:chOff x="12432704" y="315913"/>
              <a:chExt cx="517525" cy="517525"/>
            </a:xfrm>
          </p:grpSpPr>
          <p:sp>
            <p:nvSpPr>
              <p:cNvPr id="46" name="Retângulo: Cantos Arredondados 45">
                <a:extLst>
                  <a:ext uri="{FF2B5EF4-FFF2-40B4-BE49-F238E27FC236}">
                    <a16:creationId xmlns:a16="http://schemas.microsoft.com/office/drawing/2014/main" id="{88B2268C-41D4-19EB-37B5-BB1E1731B457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1E0E3768-1DD2-0E6E-763F-5E685C72075A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rgbClr val="636466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rgbClr val="636466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02B5FAB3-A09E-8842-4012-6CC0886B90EC}"/>
                </a:ext>
              </a:extLst>
            </p:cNvPr>
            <p:cNvGrpSpPr/>
            <p:nvPr/>
          </p:nvGrpSpPr>
          <p:grpSpPr>
            <a:xfrm>
              <a:off x="13307515" y="315913"/>
              <a:ext cx="517525" cy="517525"/>
              <a:chOff x="12432704" y="315913"/>
              <a:chExt cx="517525" cy="517525"/>
            </a:xfrm>
          </p:grpSpPr>
          <p:sp>
            <p:nvSpPr>
              <p:cNvPr id="44" name="Retângulo: Cantos Arredondados 43">
                <a:extLst>
                  <a:ext uri="{FF2B5EF4-FFF2-40B4-BE49-F238E27FC236}">
                    <a16:creationId xmlns:a16="http://schemas.microsoft.com/office/drawing/2014/main" id="{9B6182BE-6D4C-F2CF-CBA2-13A5CBA0C29F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rgbClr val="F0F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1EB931F4-4458-A0AE-EE19-268EB8FB7E5F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rgbClr val="636466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rgbClr val="636466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id="{8B1C8429-A8BE-C833-C3B5-C46BBB6E8F77}"/>
                </a:ext>
              </a:extLst>
            </p:cNvPr>
            <p:cNvGrpSpPr/>
            <p:nvPr/>
          </p:nvGrpSpPr>
          <p:grpSpPr>
            <a:xfrm>
              <a:off x="12734205" y="912254"/>
              <a:ext cx="517525" cy="517525"/>
              <a:chOff x="12432704" y="315913"/>
              <a:chExt cx="517525" cy="517525"/>
            </a:xfrm>
          </p:grpSpPr>
          <p:sp>
            <p:nvSpPr>
              <p:cNvPr id="42" name="Retângulo: Cantos Arredondados 41">
                <a:extLst>
                  <a:ext uri="{FF2B5EF4-FFF2-40B4-BE49-F238E27FC236}">
                    <a16:creationId xmlns:a16="http://schemas.microsoft.com/office/drawing/2014/main" id="{C969584D-C66D-2CE3-4B37-FCA10B32CEBA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rgbClr val="FFCB0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3E13FCF4-75CA-C45D-4DD6-07B08C04D018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rgbClr val="636466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rgbClr val="636466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739A2211-A756-5BBE-83CA-FFE3ECAB2609}"/>
                </a:ext>
              </a:extLst>
            </p:cNvPr>
            <p:cNvGrpSpPr/>
            <p:nvPr/>
          </p:nvGrpSpPr>
          <p:grpSpPr>
            <a:xfrm>
              <a:off x="13320984" y="912254"/>
              <a:ext cx="517525" cy="517525"/>
              <a:chOff x="12432704" y="315913"/>
              <a:chExt cx="517525" cy="517525"/>
            </a:xfrm>
          </p:grpSpPr>
          <p:sp>
            <p:nvSpPr>
              <p:cNvPr id="40" name="Retângulo: Cantos Arredondados 39">
                <a:extLst>
                  <a:ext uri="{FF2B5EF4-FFF2-40B4-BE49-F238E27FC236}">
                    <a16:creationId xmlns:a16="http://schemas.microsoft.com/office/drawing/2014/main" id="{65431532-956D-6FC6-53EF-CFD2BAE94552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rgbClr val="FFCB0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BB714D46-C0C4-6532-DE57-594CE23357E4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bg1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chemeClr val="bg1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29E7381-E688-FBF3-0489-45B32B755031}"/>
                </a:ext>
              </a:extLst>
            </p:cNvPr>
            <p:cNvGrpSpPr/>
            <p:nvPr/>
          </p:nvGrpSpPr>
          <p:grpSpPr>
            <a:xfrm>
              <a:off x="12734205" y="1494582"/>
              <a:ext cx="517525" cy="517525"/>
              <a:chOff x="12432704" y="315913"/>
              <a:chExt cx="517525" cy="517525"/>
            </a:xfrm>
          </p:grpSpPr>
          <p:sp>
            <p:nvSpPr>
              <p:cNvPr id="37" name="Retângulo: Cantos Arredondados 36">
                <a:extLst>
                  <a:ext uri="{FF2B5EF4-FFF2-40B4-BE49-F238E27FC236}">
                    <a16:creationId xmlns:a16="http://schemas.microsoft.com/office/drawing/2014/main" id="{3C43481F-C31B-9E7D-B169-A89B08E0CB51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rgbClr val="A4A6A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522913C3-A2B0-F221-EDAA-DC6192998E9F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bg1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chemeClr val="bg1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3718C2D3-CBBF-30D1-F019-E0C16F4868F7}"/>
                </a:ext>
              </a:extLst>
            </p:cNvPr>
            <p:cNvGrpSpPr/>
            <p:nvPr/>
          </p:nvGrpSpPr>
          <p:grpSpPr>
            <a:xfrm>
              <a:off x="13320984" y="1494582"/>
              <a:ext cx="517525" cy="517525"/>
              <a:chOff x="12432704" y="315913"/>
              <a:chExt cx="517525" cy="517525"/>
            </a:xfrm>
          </p:grpSpPr>
          <p:sp>
            <p:nvSpPr>
              <p:cNvPr id="35" name="Retângulo: Cantos Arredondados 34">
                <a:extLst>
                  <a:ext uri="{FF2B5EF4-FFF2-40B4-BE49-F238E27FC236}">
                    <a16:creationId xmlns:a16="http://schemas.microsoft.com/office/drawing/2014/main" id="{1CF69D32-AD4C-BEDC-F64D-BE2F7024A4E0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rgbClr val="6364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55B9CEED-355D-91E5-D7D8-F54966A44095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bg1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chemeClr val="bg1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8" name="Agrupar 27">
              <a:extLst>
                <a:ext uri="{FF2B5EF4-FFF2-40B4-BE49-F238E27FC236}">
                  <a16:creationId xmlns:a16="http://schemas.microsoft.com/office/drawing/2014/main" id="{77C1A7BD-5FE3-A2CB-1D2D-CFDFB119BAEF}"/>
                </a:ext>
              </a:extLst>
            </p:cNvPr>
            <p:cNvGrpSpPr/>
            <p:nvPr/>
          </p:nvGrpSpPr>
          <p:grpSpPr>
            <a:xfrm>
              <a:off x="12747674" y="2083383"/>
              <a:ext cx="517525" cy="517525"/>
              <a:chOff x="12432704" y="315913"/>
              <a:chExt cx="517525" cy="517525"/>
            </a:xfrm>
          </p:grpSpPr>
          <p:sp>
            <p:nvSpPr>
              <p:cNvPr id="33" name="Retângulo: Cantos Arredondados 32">
                <a:extLst>
                  <a:ext uri="{FF2B5EF4-FFF2-40B4-BE49-F238E27FC236}">
                    <a16:creationId xmlns:a16="http://schemas.microsoft.com/office/drawing/2014/main" id="{4B9DAC31-9A4E-75B7-FD36-FF0B677ADF3D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65C488D7-2027-E56D-2EAC-5B4DC32EAD83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bg1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chemeClr val="bg1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BF606FA4-D31D-BBED-47DB-579DE1A381BE}"/>
                </a:ext>
              </a:extLst>
            </p:cNvPr>
            <p:cNvGrpSpPr/>
            <p:nvPr/>
          </p:nvGrpSpPr>
          <p:grpSpPr>
            <a:xfrm>
              <a:off x="13307515" y="2083383"/>
              <a:ext cx="517525" cy="517525"/>
              <a:chOff x="12432704" y="315913"/>
              <a:chExt cx="517525" cy="517525"/>
            </a:xfrm>
          </p:grpSpPr>
          <p:sp>
            <p:nvSpPr>
              <p:cNvPr id="31" name="Retângulo: Cantos Arredondados 30">
                <a:extLst>
                  <a:ext uri="{FF2B5EF4-FFF2-40B4-BE49-F238E27FC236}">
                    <a16:creationId xmlns:a16="http://schemas.microsoft.com/office/drawing/2014/main" id="{2C05E622-86DF-4556-EFAC-AB6E24D19C85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7DFA8B93-45A1-198A-984E-D35F58834023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rgbClr val="FFCB05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rgbClr val="FFCB05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DEC82D4-CD89-6578-52E5-92128A3D6E19}"/>
                </a:ext>
              </a:extLst>
            </p:cNvPr>
            <p:cNvSpPr txBox="1"/>
            <p:nvPr/>
          </p:nvSpPr>
          <p:spPr>
            <a:xfrm>
              <a:off x="12595760" y="16542"/>
              <a:ext cx="1285003" cy="19170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/>
            <a:p>
              <a:pPr algn="ctr"/>
              <a:r>
                <a:rPr lang="pt-BR" sz="900" dirty="0">
                  <a:solidFill>
                    <a:schemeClr val="bg1"/>
                  </a:solidFill>
                  <a:latin typeface="Geologica" pitchFamily="2" charset="0"/>
                </a:rPr>
                <a:t>ACESSIBILIDADE</a:t>
              </a:r>
              <a:endParaRPr lang="pt-BR" sz="900" b="1" dirty="0">
                <a:solidFill>
                  <a:schemeClr val="bg1"/>
                </a:solidFill>
                <a:latin typeface="Geologica" pitchFamily="2" charset="0"/>
              </a:endParaRPr>
            </a:p>
          </p:txBody>
        </p:sp>
      </p:grp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0C73B151-9DB1-E455-7C7F-27A3BF48D5E3}"/>
              </a:ext>
            </a:extLst>
          </p:cNvPr>
          <p:cNvSpPr/>
          <p:nvPr/>
        </p:nvSpPr>
        <p:spPr>
          <a:xfrm>
            <a:off x="342900" y="6513305"/>
            <a:ext cx="2293541" cy="107670"/>
          </a:xfrm>
          <a:custGeom>
            <a:avLst/>
            <a:gdLst>
              <a:gd name="csX0" fmla="*/ 1824894 w 3465481"/>
              <a:gd name="csY0" fmla="*/ 72961 h 162687"/>
              <a:gd name="csX1" fmla="*/ 1811655 w 3465481"/>
              <a:gd name="csY1" fmla="*/ 110870 h 162687"/>
              <a:gd name="csX2" fmla="*/ 1838134 w 3465481"/>
              <a:gd name="csY2" fmla="*/ 110870 h 162687"/>
              <a:gd name="csX3" fmla="*/ 405955 w 3465481"/>
              <a:gd name="csY3" fmla="*/ 66960 h 162687"/>
              <a:gd name="csX4" fmla="*/ 405955 w 3465481"/>
              <a:gd name="csY4" fmla="*/ 94963 h 162687"/>
              <a:gd name="csX5" fmla="*/ 422243 w 3465481"/>
              <a:gd name="csY5" fmla="*/ 94963 h 162687"/>
              <a:gd name="csX6" fmla="*/ 435006 w 3465481"/>
              <a:gd name="csY6" fmla="*/ 91820 h 162687"/>
              <a:gd name="csX7" fmla="*/ 439578 w 3465481"/>
              <a:gd name="csY7" fmla="*/ 81152 h 162687"/>
              <a:gd name="csX8" fmla="*/ 434816 w 3465481"/>
              <a:gd name="csY8" fmla="*/ 70198 h 162687"/>
              <a:gd name="csX9" fmla="*/ 422433 w 3465481"/>
              <a:gd name="csY9" fmla="*/ 66960 h 162687"/>
              <a:gd name="csX10" fmla="*/ 774191 w 3465481"/>
              <a:gd name="csY10" fmla="*/ 65722 h 162687"/>
              <a:gd name="csX11" fmla="*/ 774191 w 3465481"/>
              <a:gd name="csY11" fmla="*/ 92296 h 162687"/>
              <a:gd name="csX12" fmla="*/ 788860 w 3465481"/>
              <a:gd name="csY12" fmla="*/ 92296 h 162687"/>
              <a:gd name="csX13" fmla="*/ 801433 w 3465481"/>
              <a:gd name="csY13" fmla="*/ 89248 h 162687"/>
              <a:gd name="csX14" fmla="*/ 806005 w 3465481"/>
              <a:gd name="csY14" fmla="*/ 79057 h 162687"/>
              <a:gd name="csX15" fmla="*/ 801623 w 3465481"/>
              <a:gd name="csY15" fmla="*/ 68770 h 162687"/>
              <a:gd name="csX16" fmla="*/ 789336 w 3465481"/>
              <a:gd name="csY16" fmla="*/ 65722 h 162687"/>
              <a:gd name="csX17" fmla="*/ 3407854 w 3465481"/>
              <a:gd name="csY17" fmla="*/ 60007 h 162687"/>
              <a:gd name="csX18" fmla="*/ 3386233 w 3465481"/>
              <a:gd name="csY18" fmla="*/ 115918 h 162687"/>
              <a:gd name="csX19" fmla="*/ 3386328 w 3465481"/>
              <a:gd name="csY19" fmla="*/ 115918 h 162687"/>
              <a:gd name="csX20" fmla="*/ 3430524 w 3465481"/>
              <a:gd name="csY20" fmla="*/ 115918 h 162687"/>
              <a:gd name="csX21" fmla="*/ 2844355 w 3465481"/>
              <a:gd name="csY21" fmla="*/ 60007 h 162687"/>
              <a:gd name="csX22" fmla="*/ 2822733 w 3465481"/>
              <a:gd name="csY22" fmla="*/ 115918 h 162687"/>
              <a:gd name="csX23" fmla="*/ 2822828 w 3465481"/>
              <a:gd name="csY23" fmla="*/ 115918 h 162687"/>
              <a:gd name="csX24" fmla="*/ 2867024 w 3465481"/>
              <a:gd name="csY24" fmla="*/ 115918 h 162687"/>
              <a:gd name="csX25" fmla="*/ 2107786 w 3465481"/>
              <a:gd name="csY25" fmla="*/ 54958 h 162687"/>
              <a:gd name="csX26" fmla="*/ 2107786 w 3465481"/>
              <a:gd name="csY26" fmla="*/ 144970 h 162687"/>
              <a:gd name="csX27" fmla="*/ 2107691 w 3465481"/>
              <a:gd name="csY27" fmla="*/ 145065 h 162687"/>
              <a:gd name="csX28" fmla="*/ 2125217 w 3465481"/>
              <a:gd name="csY28" fmla="*/ 145065 h 162687"/>
              <a:gd name="csX29" fmla="*/ 2144172 w 3465481"/>
              <a:gd name="csY29" fmla="*/ 141922 h 162687"/>
              <a:gd name="csX30" fmla="*/ 2158745 w 3465481"/>
              <a:gd name="csY30" fmla="*/ 132873 h 162687"/>
              <a:gd name="csX31" fmla="*/ 2168080 w 3465481"/>
              <a:gd name="csY31" fmla="*/ 118776 h 162687"/>
              <a:gd name="csX32" fmla="*/ 2171414 w 3465481"/>
              <a:gd name="csY32" fmla="*/ 100107 h 162687"/>
              <a:gd name="csX33" fmla="*/ 2165698 w 3465481"/>
              <a:gd name="csY33" fmla="*/ 76104 h 162687"/>
              <a:gd name="csX34" fmla="*/ 2149601 w 3465481"/>
              <a:gd name="csY34" fmla="*/ 60483 h 162687"/>
              <a:gd name="csX35" fmla="*/ 2125313 w 3465481"/>
              <a:gd name="csY35" fmla="*/ 54958 h 162687"/>
              <a:gd name="csX36" fmla="*/ 3008280 w 3465481"/>
              <a:gd name="csY36" fmla="*/ 54006 h 162687"/>
              <a:gd name="csX37" fmla="*/ 3008280 w 3465481"/>
              <a:gd name="csY37" fmla="*/ 96392 h 162687"/>
              <a:gd name="csX38" fmla="*/ 3033331 w 3465481"/>
              <a:gd name="csY38" fmla="*/ 96392 h 162687"/>
              <a:gd name="csX39" fmla="*/ 3052857 w 3465481"/>
              <a:gd name="csY39" fmla="*/ 90963 h 162687"/>
              <a:gd name="csX40" fmla="*/ 3059810 w 3465481"/>
              <a:gd name="csY40" fmla="*/ 75723 h 162687"/>
              <a:gd name="csX41" fmla="*/ 3053619 w 3465481"/>
              <a:gd name="csY41" fmla="*/ 59816 h 162687"/>
              <a:gd name="csX42" fmla="*/ 3034950 w 3465481"/>
              <a:gd name="csY42" fmla="*/ 54006 h 162687"/>
              <a:gd name="csX43" fmla="*/ 1064418 w 3465481"/>
              <a:gd name="csY43" fmla="*/ 40005 h 162687"/>
              <a:gd name="csX44" fmla="*/ 1151095 w 3465481"/>
              <a:gd name="csY44" fmla="*/ 40005 h 162687"/>
              <a:gd name="csX45" fmla="*/ 1151095 w 3465481"/>
              <a:gd name="csY45" fmla="*/ 67247 h 162687"/>
              <a:gd name="csX46" fmla="*/ 1095946 w 3465481"/>
              <a:gd name="csY46" fmla="*/ 67247 h 162687"/>
              <a:gd name="csX47" fmla="*/ 1095946 w 3465481"/>
              <a:gd name="csY47" fmla="*/ 86201 h 162687"/>
              <a:gd name="csX48" fmla="*/ 1141666 w 3465481"/>
              <a:gd name="csY48" fmla="*/ 86201 h 162687"/>
              <a:gd name="csX49" fmla="*/ 1141666 w 3465481"/>
              <a:gd name="csY49" fmla="*/ 111252 h 162687"/>
              <a:gd name="csX50" fmla="*/ 1095946 w 3465481"/>
              <a:gd name="csY50" fmla="*/ 111252 h 162687"/>
              <a:gd name="csX51" fmla="*/ 1095946 w 3465481"/>
              <a:gd name="csY51" fmla="*/ 132398 h 162687"/>
              <a:gd name="csX52" fmla="*/ 1151762 w 3465481"/>
              <a:gd name="csY52" fmla="*/ 132398 h 162687"/>
              <a:gd name="csX53" fmla="*/ 1151762 w 3465481"/>
              <a:gd name="csY53" fmla="*/ 160020 h 162687"/>
              <a:gd name="csX54" fmla="*/ 1064418 w 3465481"/>
              <a:gd name="csY54" fmla="*/ 160020 h 162687"/>
              <a:gd name="csX55" fmla="*/ 3400044 w 3465481"/>
              <a:gd name="csY55" fmla="*/ 40004 h 162687"/>
              <a:gd name="csX56" fmla="*/ 3416808 w 3465481"/>
              <a:gd name="csY56" fmla="*/ 40004 h 162687"/>
              <a:gd name="csX57" fmla="*/ 3465481 w 3465481"/>
              <a:gd name="csY57" fmla="*/ 160019 h 162687"/>
              <a:gd name="csX58" fmla="*/ 3447288 w 3465481"/>
              <a:gd name="csY58" fmla="*/ 160019 h 162687"/>
              <a:gd name="csX59" fmla="*/ 3435382 w 3465481"/>
              <a:gd name="csY59" fmla="*/ 129920 h 162687"/>
              <a:gd name="csX60" fmla="*/ 3381851 w 3465481"/>
              <a:gd name="csY60" fmla="*/ 129920 h 162687"/>
              <a:gd name="csX61" fmla="*/ 3370421 w 3465481"/>
              <a:gd name="csY61" fmla="*/ 160019 h 162687"/>
              <a:gd name="csX62" fmla="*/ 3352800 w 3465481"/>
              <a:gd name="csY62" fmla="*/ 160019 h 162687"/>
              <a:gd name="csX63" fmla="*/ 2992183 w 3465481"/>
              <a:gd name="csY63" fmla="*/ 40004 h 162687"/>
              <a:gd name="csX64" fmla="*/ 3036379 w 3465481"/>
              <a:gd name="csY64" fmla="*/ 40004 h 162687"/>
              <a:gd name="csX65" fmla="*/ 3057429 w 3465481"/>
              <a:gd name="csY65" fmla="*/ 44290 h 162687"/>
              <a:gd name="csX66" fmla="*/ 3071145 w 3465481"/>
              <a:gd name="csY66" fmla="*/ 56482 h 162687"/>
              <a:gd name="csX67" fmla="*/ 3076003 w 3465481"/>
              <a:gd name="csY67" fmla="*/ 75151 h 162687"/>
              <a:gd name="csX68" fmla="*/ 3072098 w 3465481"/>
              <a:gd name="csY68" fmla="*/ 91058 h 162687"/>
              <a:gd name="csX69" fmla="*/ 3060953 w 3465481"/>
              <a:gd name="csY69" fmla="*/ 102298 h 162687"/>
              <a:gd name="csX70" fmla="*/ 3044189 w 3465481"/>
              <a:gd name="csY70" fmla="*/ 108108 h 162687"/>
              <a:gd name="csX71" fmla="*/ 3081623 w 3465481"/>
              <a:gd name="csY71" fmla="*/ 160019 h 162687"/>
              <a:gd name="csX72" fmla="*/ 3061906 w 3465481"/>
              <a:gd name="csY72" fmla="*/ 160019 h 162687"/>
              <a:gd name="csX73" fmla="*/ 3026568 w 3465481"/>
              <a:gd name="csY73" fmla="*/ 110203 h 162687"/>
              <a:gd name="csX74" fmla="*/ 3008280 w 3465481"/>
              <a:gd name="csY74" fmla="*/ 110203 h 162687"/>
              <a:gd name="csX75" fmla="*/ 3008280 w 3465481"/>
              <a:gd name="csY75" fmla="*/ 160019 h 162687"/>
              <a:gd name="csX76" fmla="*/ 2992183 w 3465481"/>
              <a:gd name="csY76" fmla="*/ 160019 h 162687"/>
              <a:gd name="csX77" fmla="*/ 2836449 w 3465481"/>
              <a:gd name="csY77" fmla="*/ 40004 h 162687"/>
              <a:gd name="csX78" fmla="*/ 2853213 w 3465481"/>
              <a:gd name="csY78" fmla="*/ 40004 h 162687"/>
              <a:gd name="csX79" fmla="*/ 2901886 w 3465481"/>
              <a:gd name="csY79" fmla="*/ 160019 h 162687"/>
              <a:gd name="csX80" fmla="*/ 2883693 w 3465481"/>
              <a:gd name="csY80" fmla="*/ 160019 h 162687"/>
              <a:gd name="csX81" fmla="*/ 2871787 w 3465481"/>
              <a:gd name="csY81" fmla="*/ 129920 h 162687"/>
              <a:gd name="csX82" fmla="*/ 2818256 w 3465481"/>
              <a:gd name="csY82" fmla="*/ 129920 h 162687"/>
              <a:gd name="csX83" fmla="*/ 2806826 w 3465481"/>
              <a:gd name="csY83" fmla="*/ 160019 h 162687"/>
              <a:gd name="csX84" fmla="*/ 2789205 w 3465481"/>
              <a:gd name="csY84" fmla="*/ 160019 h 162687"/>
              <a:gd name="csX85" fmla="*/ 2575559 w 3465481"/>
              <a:gd name="csY85" fmla="*/ 40004 h 162687"/>
              <a:gd name="csX86" fmla="*/ 2591275 w 3465481"/>
              <a:gd name="csY86" fmla="*/ 40004 h 162687"/>
              <a:gd name="csX87" fmla="*/ 2638228 w 3465481"/>
              <a:gd name="csY87" fmla="*/ 115878 h 162687"/>
              <a:gd name="csX88" fmla="*/ 2635186 w 3465481"/>
              <a:gd name="csY88" fmla="*/ 120967 h 162687"/>
              <a:gd name="csX89" fmla="*/ 2641377 w 3465481"/>
              <a:gd name="csY89" fmla="*/ 120967 h 162687"/>
              <a:gd name="csX90" fmla="*/ 2638228 w 3465481"/>
              <a:gd name="csY90" fmla="*/ 115878 h 162687"/>
              <a:gd name="csX91" fmla="*/ 2683572 w 3465481"/>
              <a:gd name="csY91" fmla="*/ 40004 h 162687"/>
              <a:gd name="csX92" fmla="*/ 2698813 w 3465481"/>
              <a:gd name="csY92" fmla="*/ 40004 h 162687"/>
              <a:gd name="csX93" fmla="*/ 2698813 w 3465481"/>
              <a:gd name="csY93" fmla="*/ 160019 h 162687"/>
              <a:gd name="csX94" fmla="*/ 2683001 w 3465481"/>
              <a:gd name="csY94" fmla="*/ 160019 h 162687"/>
              <a:gd name="csX95" fmla="*/ 2683180 w 3465481"/>
              <a:gd name="csY95" fmla="*/ 68112 h 162687"/>
              <a:gd name="csX96" fmla="*/ 2686335 w 3465481"/>
              <a:gd name="csY96" fmla="*/ 62959 h 162687"/>
              <a:gd name="csX97" fmla="*/ 2683192 w 3465481"/>
              <a:gd name="csY97" fmla="*/ 61912 h 162687"/>
              <a:gd name="csX98" fmla="*/ 2683180 w 3465481"/>
              <a:gd name="csY98" fmla="*/ 68112 h 162687"/>
              <a:gd name="csX99" fmla="*/ 2643472 w 3465481"/>
              <a:gd name="csY99" fmla="*/ 132968 h 162687"/>
              <a:gd name="csX100" fmla="*/ 2630995 w 3465481"/>
              <a:gd name="csY100" fmla="*/ 132968 h 162687"/>
              <a:gd name="csX101" fmla="*/ 2590142 w 3465481"/>
              <a:gd name="csY101" fmla="*/ 66975 h 162687"/>
              <a:gd name="csX102" fmla="*/ 2590132 w 3465481"/>
              <a:gd name="csY102" fmla="*/ 61912 h 162687"/>
              <a:gd name="csX103" fmla="*/ 2587656 w 3465481"/>
              <a:gd name="csY103" fmla="*/ 62959 h 162687"/>
              <a:gd name="csX104" fmla="*/ 2590142 w 3465481"/>
              <a:gd name="csY104" fmla="*/ 66975 h 162687"/>
              <a:gd name="csX105" fmla="*/ 2590323 w 3465481"/>
              <a:gd name="csY105" fmla="*/ 160019 h 162687"/>
              <a:gd name="csX106" fmla="*/ 2575559 w 3465481"/>
              <a:gd name="csY106" fmla="*/ 160019 h 162687"/>
              <a:gd name="csX107" fmla="*/ 2284952 w 3465481"/>
              <a:gd name="csY107" fmla="*/ 40004 h 162687"/>
              <a:gd name="csX108" fmla="*/ 2360199 w 3465481"/>
              <a:gd name="csY108" fmla="*/ 40004 h 162687"/>
              <a:gd name="csX109" fmla="*/ 2360199 w 3465481"/>
              <a:gd name="csY109" fmla="*/ 54387 h 162687"/>
              <a:gd name="csX110" fmla="*/ 2301049 w 3465481"/>
              <a:gd name="csY110" fmla="*/ 54387 h 162687"/>
              <a:gd name="csX111" fmla="*/ 2301049 w 3465481"/>
              <a:gd name="csY111" fmla="*/ 90106 h 162687"/>
              <a:gd name="csX112" fmla="*/ 2352580 w 3465481"/>
              <a:gd name="csY112" fmla="*/ 90106 h 162687"/>
              <a:gd name="csX113" fmla="*/ 2352580 w 3465481"/>
              <a:gd name="csY113" fmla="*/ 103917 h 162687"/>
              <a:gd name="csX114" fmla="*/ 2301049 w 3465481"/>
              <a:gd name="csY114" fmla="*/ 103917 h 162687"/>
              <a:gd name="csX115" fmla="*/ 2301049 w 3465481"/>
              <a:gd name="csY115" fmla="*/ 145541 h 162687"/>
              <a:gd name="csX116" fmla="*/ 2360771 w 3465481"/>
              <a:gd name="csY116" fmla="*/ 145541 h 162687"/>
              <a:gd name="csX117" fmla="*/ 2360771 w 3465481"/>
              <a:gd name="csY117" fmla="*/ 160019 h 162687"/>
              <a:gd name="csX118" fmla="*/ 2284952 w 3465481"/>
              <a:gd name="csY118" fmla="*/ 160019 h 162687"/>
              <a:gd name="csX119" fmla="*/ 2091594 w 3465481"/>
              <a:gd name="csY119" fmla="*/ 40004 h 162687"/>
              <a:gd name="csX120" fmla="*/ 2127884 w 3465481"/>
              <a:gd name="csY120" fmla="*/ 40004 h 162687"/>
              <a:gd name="csX121" fmla="*/ 2159126 w 3465481"/>
              <a:gd name="csY121" fmla="*/ 47624 h 162687"/>
              <a:gd name="csX122" fmla="*/ 2180462 w 3465481"/>
              <a:gd name="csY122" fmla="*/ 68865 h 162687"/>
              <a:gd name="csX123" fmla="*/ 2188177 w 3465481"/>
              <a:gd name="csY123" fmla="*/ 100012 h 162687"/>
              <a:gd name="csX124" fmla="*/ 2183796 w 3465481"/>
              <a:gd name="csY124" fmla="*/ 124110 h 162687"/>
              <a:gd name="csX125" fmla="*/ 2171318 w 3465481"/>
              <a:gd name="csY125" fmla="*/ 143065 h 162687"/>
              <a:gd name="csX126" fmla="*/ 2152173 w 3465481"/>
              <a:gd name="csY126" fmla="*/ 155447 h 162687"/>
              <a:gd name="csX127" fmla="*/ 2127884 w 3465481"/>
              <a:gd name="csY127" fmla="*/ 159829 h 162687"/>
              <a:gd name="csX128" fmla="*/ 2091594 w 3465481"/>
              <a:gd name="csY128" fmla="*/ 159829 h 162687"/>
              <a:gd name="csX129" fmla="*/ 1806892 w 3465481"/>
              <a:gd name="csY129" fmla="*/ 40004 h 162687"/>
              <a:gd name="csX130" fmla="*/ 1843944 w 3465481"/>
              <a:gd name="csY130" fmla="*/ 40004 h 162687"/>
              <a:gd name="csX131" fmla="*/ 1888331 w 3465481"/>
              <a:gd name="csY131" fmla="*/ 160019 h 162687"/>
              <a:gd name="csX132" fmla="*/ 1852803 w 3465481"/>
              <a:gd name="csY132" fmla="*/ 160019 h 162687"/>
              <a:gd name="csX133" fmla="*/ 1845278 w 3465481"/>
              <a:gd name="csY133" fmla="*/ 137159 h 162687"/>
              <a:gd name="csX134" fmla="*/ 1804701 w 3465481"/>
              <a:gd name="csY134" fmla="*/ 137159 h 162687"/>
              <a:gd name="csX135" fmla="*/ 1797272 w 3465481"/>
              <a:gd name="csY135" fmla="*/ 160019 h 162687"/>
              <a:gd name="csX136" fmla="*/ 1762601 w 3465481"/>
              <a:gd name="csY136" fmla="*/ 160019 h 162687"/>
              <a:gd name="csX137" fmla="*/ 1645253 w 3465481"/>
              <a:gd name="csY137" fmla="*/ 40004 h 162687"/>
              <a:gd name="csX138" fmla="*/ 1676781 w 3465481"/>
              <a:gd name="csY138" fmla="*/ 40004 h 162687"/>
              <a:gd name="csX139" fmla="*/ 1676781 w 3465481"/>
              <a:gd name="csY139" fmla="*/ 160019 h 162687"/>
              <a:gd name="csX140" fmla="*/ 1645253 w 3465481"/>
              <a:gd name="csY140" fmla="*/ 160019 h 162687"/>
              <a:gd name="csX141" fmla="*/ 1246632 w 3465481"/>
              <a:gd name="csY141" fmla="*/ 40004 h 162687"/>
              <a:gd name="csX142" fmla="*/ 1277969 w 3465481"/>
              <a:gd name="csY142" fmla="*/ 40004 h 162687"/>
              <a:gd name="csX143" fmla="*/ 1323689 w 3465481"/>
              <a:gd name="csY143" fmla="*/ 108965 h 162687"/>
              <a:gd name="csX144" fmla="*/ 1323689 w 3465481"/>
              <a:gd name="csY144" fmla="*/ 40004 h 162687"/>
              <a:gd name="csX145" fmla="*/ 1354169 w 3465481"/>
              <a:gd name="csY145" fmla="*/ 40004 h 162687"/>
              <a:gd name="csX146" fmla="*/ 1354169 w 3465481"/>
              <a:gd name="csY146" fmla="*/ 160019 h 162687"/>
              <a:gd name="csX147" fmla="*/ 1322832 w 3465481"/>
              <a:gd name="csY147" fmla="*/ 160019 h 162687"/>
              <a:gd name="csX148" fmla="*/ 1277112 w 3465481"/>
              <a:gd name="csY148" fmla="*/ 90010 h 162687"/>
              <a:gd name="csX149" fmla="*/ 1277112 w 3465481"/>
              <a:gd name="csY149" fmla="*/ 160019 h 162687"/>
              <a:gd name="csX150" fmla="*/ 1246632 w 3465481"/>
              <a:gd name="csY150" fmla="*/ 160019 h 162687"/>
              <a:gd name="csX151" fmla="*/ 933640 w 3465481"/>
              <a:gd name="csY151" fmla="*/ 40004 h 162687"/>
              <a:gd name="csX152" fmla="*/ 965168 w 3465481"/>
              <a:gd name="csY152" fmla="*/ 40004 h 162687"/>
              <a:gd name="csX153" fmla="*/ 965168 w 3465481"/>
              <a:gd name="csY153" fmla="*/ 160019 h 162687"/>
              <a:gd name="csX154" fmla="*/ 933640 w 3465481"/>
              <a:gd name="csY154" fmla="*/ 160019 h 162687"/>
              <a:gd name="csX155" fmla="*/ 742568 w 3465481"/>
              <a:gd name="csY155" fmla="*/ 40004 h 162687"/>
              <a:gd name="csX156" fmla="*/ 792384 w 3465481"/>
              <a:gd name="csY156" fmla="*/ 40004 h 162687"/>
              <a:gd name="csX157" fmla="*/ 816387 w 3465481"/>
              <a:gd name="csY157" fmla="*/ 44386 h 162687"/>
              <a:gd name="csX158" fmla="*/ 832293 w 3465481"/>
              <a:gd name="csY158" fmla="*/ 57054 h 162687"/>
              <a:gd name="csX159" fmla="*/ 837913 w 3465481"/>
              <a:gd name="csY159" fmla="*/ 77056 h 162687"/>
              <a:gd name="csX160" fmla="*/ 834675 w 3465481"/>
              <a:gd name="csY160" fmla="*/ 92487 h 162687"/>
              <a:gd name="csX161" fmla="*/ 826007 w 3465481"/>
              <a:gd name="csY161" fmla="*/ 103726 h 162687"/>
              <a:gd name="csX162" fmla="*/ 813720 w 3465481"/>
              <a:gd name="csY162" fmla="*/ 110584 h 162687"/>
              <a:gd name="csX163" fmla="*/ 844676 w 3465481"/>
              <a:gd name="csY163" fmla="*/ 160114 h 162687"/>
              <a:gd name="csX164" fmla="*/ 807433 w 3465481"/>
              <a:gd name="csY164" fmla="*/ 160114 h 162687"/>
              <a:gd name="csX165" fmla="*/ 782859 w 3465481"/>
              <a:gd name="csY165" fmla="*/ 117347 h 162687"/>
              <a:gd name="csX166" fmla="*/ 774286 w 3465481"/>
              <a:gd name="csY166" fmla="*/ 117347 h 162687"/>
              <a:gd name="csX167" fmla="*/ 774286 w 3465481"/>
              <a:gd name="csY167" fmla="*/ 160114 h 162687"/>
              <a:gd name="csX168" fmla="*/ 742759 w 3465481"/>
              <a:gd name="csY168" fmla="*/ 160114 h 162687"/>
              <a:gd name="csX169" fmla="*/ 742568 w 3465481"/>
              <a:gd name="csY169" fmla="*/ 160019 h 162687"/>
              <a:gd name="csX170" fmla="*/ 560355 w 3465481"/>
              <a:gd name="csY170" fmla="*/ 40004 h 162687"/>
              <a:gd name="csX171" fmla="*/ 647032 w 3465481"/>
              <a:gd name="csY171" fmla="*/ 40004 h 162687"/>
              <a:gd name="csX172" fmla="*/ 647032 w 3465481"/>
              <a:gd name="csY172" fmla="*/ 67246 h 162687"/>
              <a:gd name="csX173" fmla="*/ 591883 w 3465481"/>
              <a:gd name="csY173" fmla="*/ 67246 h 162687"/>
              <a:gd name="csX174" fmla="*/ 591883 w 3465481"/>
              <a:gd name="csY174" fmla="*/ 86200 h 162687"/>
              <a:gd name="csX175" fmla="*/ 637603 w 3465481"/>
              <a:gd name="csY175" fmla="*/ 86200 h 162687"/>
              <a:gd name="csX176" fmla="*/ 637603 w 3465481"/>
              <a:gd name="csY176" fmla="*/ 111251 h 162687"/>
              <a:gd name="csX177" fmla="*/ 591883 w 3465481"/>
              <a:gd name="csY177" fmla="*/ 111251 h 162687"/>
              <a:gd name="csX178" fmla="*/ 591883 w 3465481"/>
              <a:gd name="csY178" fmla="*/ 132397 h 162687"/>
              <a:gd name="csX179" fmla="*/ 647699 w 3465481"/>
              <a:gd name="csY179" fmla="*/ 132397 h 162687"/>
              <a:gd name="csX180" fmla="*/ 647699 w 3465481"/>
              <a:gd name="csY180" fmla="*/ 160019 h 162687"/>
              <a:gd name="csX181" fmla="*/ 560355 w 3465481"/>
              <a:gd name="csY181" fmla="*/ 160019 h 162687"/>
              <a:gd name="csX182" fmla="*/ 374332 w 3465481"/>
              <a:gd name="csY182" fmla="*/ 40004 h 162687"/>
              <a:gd name="csX183" fmla="*/ 424053 w 3465481"/>
              <a:gd name="csY183" fmla="*/ 40004 h 162687"/>
              <a:gd name="csX184" fmla="*/ 448246 w 3465481"/>
              <a:gd name="csY184" fmla="*/ 44767 h 162687"/>
              <a:gd name="csX185" fmla="*/ 465010 w 3465481"/>
              <a:gd name="csY185" fmla="*/ 58673 h 162687"/>
              <a:gd name="csX186" fmla="*/ 471106 w 3465481"/>
              <a:gd name="csY186" fmla="*/ 80485 h 162687"/>
              <a:gd name="csX187" fmla="*/ 465486 w 3465481"/>
              <a:gd name="csY187" fmla="*/ 102488 h 162687"/>
              <a:gd name="csX188" fmla="*/ 449199 w 3465481"/>
              <a:gd name="csY188" fmla="*/ 116299 h 162687"/>
              <a:gd name="csX189" fmla="*/ 423386 w 3465481"/>
              <a:gd name="csY189" fmla="*/ 121062 h 162687"/>
              <a:gd name="csX190" fmla="*/ 405955 w 3465481"/>
              <a:gd name="csY190" fmla="*/ 121062 h 162687"/>
              <a:gd name="csX191" fmla="*/ 405955 w 3465481"/>
              <a:gd name="csY191" fmla="*/ 160019 h 162687"/>
              <a:gd name="csX192" fmla="*/ 374427 w 3465481"/>
              <a:gd name="csY192" fmla="*/ 160019 h 162687"/>
              <a:gd name="csX193" fmla="*/ 374332 w 3465481"/>
              <a:gd name="csY193" fmla="*/ 160019 h 162687"/>
              <a:gd name="csX194" fmla="*/ 171544 w 3465481"/>
              <a:gd name="csY194" fmla="*/ 40004 h 162687"/>
              <a:gd name="csX195" fmla="*/ 209549 w 3465481"/>
              <a:gd name="csY195" fmla="*/ 40004 h 162687"/>
              <a:gd name="csX196" fmla="*/ 229266 w 3465481"/>
              <a:gd name="csY196" fmla="*/ 74866 h 162687"/>
              <a:gd name="csX197" fmla="*/ 249364 w 3465481"/>
              <a:gd name="csY197" fmla="*/ 40004 h 162687"/>
              <a:gd name="csX198" fmla="*/ 286416 w 3465481"/>
              <a:gd name="csY198" fmla="*/ 40004 h 162687"/>
              <a:gd name="csX199" fmla="*/ 250888 w 3465481"/>
              <a:gd name="csY199" fmla="*/ 99535 h 162687"/>
              <a:gd name="csX200" fmla="*/ 287178 w 3465481"/>
              <a:gd name="csY200" fmla="*/ 160019 h 162687"/>
              <a:gd name="csX201" fmla="*/ 248792 w 3465481"/>
              <a:gd name="csY201" fmla="*/ 160019 h 162687"/>
              <a:gd name="csX202" fmla="*/ 228123 w 3465481"/>
              <a:gd name="csY202" fmla="*/ 122967 h 162687"/>
              <a:gd name="csX203" fmla="*/ 207739 w 3465481"/>
              <a:gd name="csY203" fmla="*/ 160019 h 162687"/>
              <a:gd name="csX204" fmla="*/ 170306 w 3465481"/>
              <a:gd name="csY204" fmla="*/ 160019 h 162687"/>
              <a:gd name="csX205" fmla="*/ 170211 w 3465481"/>
              <a:gd name="csY205" fmla="*/ 160019 h 162687"/>
              <a:gd name="csX206" fmla="*/ 206787 w 3465481"/>
              <a:gd name="csY206" fmla="*/ 98964 h 162687"/>
              <a:gd name="csX207" fmla="*/ 0 w 3465481"/>
              <a:gd name="csY207" fmla="*/ 40004 h 162687"/>
              <a:gd name="csX208" fmla="*/ 86678 w 3465481"/>
              <a:gd name="csY208" fmla="*/ 40004 h 162687"/>
              <a:gd name="csX209" fmla="*/ 86678 w 3465481"/>
              <a:gd name="csY209" fmla="*/ 67246 h 162687"/>
              <a:gd name="csX210" fmla="*/ 31528 w 3465481"/>
              <a:gd name="csY210" fmla="*/ 67246 h 162687"/>
              <a:gd name="csX211" fmla="*/ 31528 w 3465481"/>
              <a:gd name="csY211" fmla="*/ 86200 h 162687"/>
              <a:gd name="csX212" fmla="*/ 77248 w 3465481"/>
              <a:gd name="csY212" fmla="*/ 86200 h 162687"/>
              <a:gd name="csX213" fmla="*/ 77248 w 3465481"/>
              <a:gd name="csY213" fmla="*/ 111251 h 162687"/>
              <a:gd name="csX214" fmla="*/ 31528 w 3465481"/>
              <a:gd name="csY214" fmla="*/ 111251 h 162687"/>
              <a:gd name="csX215" fmla="*/ 31528 w 3465481"/>
              <a:gd name="csY215" fmla="*/ 132397 h 162687"/>
              <a:gd name="csX216" fmla="*/ 87344 w 3465481"/>
              <a:gd name="csY216" fmla="*/ 132397 h 162687"/>
              <a:gd name="csX217" fmla="*/ 87344 w 3465481"/>
              <a:gd name="csY217" fmla="*/ 160019 h 162687"/>
              <a:gd name="csX218" fmla="*/ 0 w 3465481"/>
              <a:gd name="csY218" fmla="*/ 160019 h 162687"/>
              <a:gd name="csX219" fmla="*/ 3229641 w 3465481"/>
              <a:gd name="csY219" fmla="*/ 37528 h 162687"/>
              <a:gd name="csX220" fmla="*/ 3252882 w 3465481"/>
              <a:gd name="csY220" fmla="*/ 40862 h 162687"/>
              <a:gd name="csX221" fmla="*/ 3270027 w 3465481"/>
              <a:gd name="csY221" fmla="*/ 50196 h 162687"/>
              <a:gd name="csX222" fmla="*/ 3261454 w 3465481"/>
              <a:gd name="csY222" fmla="*/ 63436 h 162687"/>
              <a:gd name="csX223" fmla="*/ 3247929 w 3465481"/>
              <a:gd name="csY223" fmla="*/ 55626 h 162687"/>
              <a:gd name="csX224" fmla="*/ 3230879 w 3465481"/>
              <a:gd name="csY224" fmla="*/ 53054 h 162687"/>
              <a:gd name="csX225" fmla="*/ 3211734 w 3465481"/>
              <a:gd name="csY225" fmla="*/ 56292 h 162687"/>
              <a:gd name="csX226" fmla="*/ 3197065 w 3465481"/>
              <a:gd name="csY226" fmla="*/ 65722 h 162687"/>
              <a:gd name="csX227" fmla="*/ 3187731 w 3465481"/>
              <a:gd name="csY227" fmla="*/ 80486 h 162687"/>
              <a:gd name="csX228" fmla="*/ 3184492 w 3465481"/>
              <a:gd name="csY228" fmla="*/ 99917 h 162687"/>
              <a:gd name="csX229" fmla="*/ 3190303 w 3465481"/>
              <a:gd name="csY229" fmla="*/ 125349 h 162687"/>
              <a:gd name="csX230" fmla="*/ 3206686 w 3465481"/>
              <a:gd name="csY230" fmla="*/ 141446 h 162687"/>
              <a:gd name="csX231" fmla="*/ 3231831 w 3465481"/>
              <a:gd name="csY231" fmla="*/ 146970 h 162687"/>
              <a:gd name="csX232" fmla="*/ 3249834 w 3465481"/>
              <a:gd name="csY232" fmla="*/ 144208 h 162687"/>
              <a:gd name="csX233" fmla="*/ 3266026 w 3465481"/>
              <a:gd name="csY233" fmla="*/ 135064 h 162687"/>
              <a:gd name="csX234" fmla="*/ 3273551 w 3465481"/>
              <a:gd name="csY234" fmla="*/ 148780 h 162687"/>
              <a:gd name="csX235" fmla="*/ 3253834 w 3465481"/>
              <a:gd name="csY235" fmla="*/ 159162 h 162687"/>
              <a:gd name="csX236" fmla="*/ 3229641 w 3465481"/>
              <a:gd name="csY236" fmla="*/ 162687 h 162687"/>
              <a:gd name="csX237" fmla="*/ 3229450 w 3465481"/>
              <a:gd name="csY237" fmla="*/ 162591 h 162687"/>
              <a:gd name="csX238" fmla="*/ 3196875 w 3465481"/>
              <a:gd name="csY238" fmla="*/ 154876 h 162687"/>
              <a:gd name="csX239" fmla="*/ 3175253 w 3465481"/>
              <a:gd name="csY239" fmla="*/ 133064 h 162687"/>
              <a:gd name="csX240" fmla="*/ 3167633 w 3465481"/>
              <a:gd name="csY240" fmla="*/ 100107 h 162687"/>
              <a:gd name="csX241" fmla="*/ 3172205 w 3465481"/>
              <a:gd name="csY241" fmla="*/ 75057 h 162687"/>
              <a:gd name="csX242" fmla="*/ 3185064 w 3465481"/>
              <a:gd name="csY242" fmla="*/ 55245 h 162687"/>
              <a:gd name="csX243" fmla="*/ 3204780 w 3465481"/>
              <a:gd name="csY243" fmla="*/ 42195 h 162687"/>
              <a:gd name="csX244" fmla="*/ 3229641 w 3465481"/>
              <a:gd name="csY244" fmla="*/ 37528 h 162687"/>
              <a:gd name="csX245" fmla="*/ 1509712 w 3465481"/>
              <a:gd name="csY245" fmla="*/ 37528 h 162687"/>
              <a:gd name="csX246" fmla="*/ 1535525 w 3465481"/>
              <a:gd name="csY246" fmla="*/ 41433 h 162687"/>
              <a:gd name="csX247" fmla="*/ 1554289 w 3465481"/>
              <a:gd name="csY247" fmla="*/ 52577 h 162687"/>
              <a:gd name="csX248" fmla="*/ 1538668 w 3465481"/>
              <a:gd name="csY248" fmla="*/ 78485 h 162687"/>
              <a:gd name="csX249" fmla="*/ 1527048 w 3465481"/>
              <a:gd name="csY249" fmla="*/ 70866 h 162687"/>
              <a:gd name="csX250" fmla="*/ 1511807 w 3465481"/>
              <a:gd name="csY250" fmla="*/ 68294 h 162687"/>
              <a:gd name="csX251" fmla="*/ 1497901 w 3465481"/>
              <a:gd name="csY251" fmla="*/ 70485 h 162687"/>
              <a:gd name="csX252" fmla="*/ 1487709 w 3465481"/>
              <a:gd name="csY252" fmla="*/ 76866 h 162687"/>
              <a:gd name="csX253" fmla="*/ 1481327 w 3465481"/>
              <a:gd name="csY253" fmla="*/ 86868 h 162687"/>
              <a:gd name="csX254" fmla="*/ 1479137 w 3465481"/>
              <a:gd name="csY254" fmla="*/ 100107 h 162687"/>
              <a:gd name="csX255" fmla="*/ 1483042 w 3465481"/>
              <a:gd name="csY255" fmla="*/ 117157 h 162687"/>
              <a:gd name="csX256" fmla="*/ 1494377 w 3465481"/>
              <a:gd name="csY256" fmla="*/ 128111 h 162687"/>
              <a:gd name="csX257" fmla="*/ 1512284 w 3465481"/>
              <a:gd name="csY257" fmla="*/ 131921 h 162687"/>
              <a:gd name="csX258" fmla="*/ 1527714 w 3465481"/>
              <a:gd name="csY258" fmla="*/ 129540 h 162687"/>
              <a:gd name="csX259" fmla="*/ 1542478 w 3465481"/>
              <a:gd name="csY259" fmla="*/ 122015 h 162687"/>
              <a:gd name="csX260" fmla="*/ 1556861 w 3465481"/>
              <a:gd name="csY260" fmla="*/ 148399 h 162687"/>
              <a:gd name="csX261" fmla="*/ 1536858 w 3465481"/>
              <a:gd name="csY261" fmla="*/ 158686 h 162687"/>
              <a:gd name="csX262" fmla="*/ 1509140 w 3465481"/>
              <a:gd name="csY262" fmla="*/ 162687 h 162687"/>
              <a:gd name="csX263" fmla="*/ 1509331 w 3465481"/>
              <a:gd name="csY263" fmla="*/ 162591 h 162687"/>
              <a:gd name="csX264" fmla="*/ 1476374 w 3465481"/>
              <a:gd name="csY264" fmla="*/ 154971 h 162687"/>
              <a:gd name="csX265" fmla="*/ 1454086 w 3465481"/>
              <a:gd name="csY265" fmla="*/ 133445 h 162687"/>
              <a:gd name="csX266" fmla="*/ 1446085 w 3465481"/>
              <a:gd name="csY266" fmla="*/ 100488 h 162687"/>
              <a:gd name="csX267" fmla="*/ 1450752 w 3465481"/>
              <a:gd name="csY267" fmla="*/ 75057 h 162687"/>
              <a:gd name="csX268" fmla="*/ 1463992 w 3465481"/>
              <a:gd name="csY268" fmla="*/ 55054 h 162687"/>
              <a:gd name="csX269" fmla="*/ 1484185 w 3465481"/>
              <a:gd name="csY269" fmla="*/ 42100 h 162687"/>
              <a:gd name="csX270" fmla="*/ 1509712 w 3465481"/>
              <a:gd name="csY270" fmla="*/ 37528 h 162687"/>
              <a:gd name="csX271" fmla="*/ 1093374 w 3465481"/>
              <a:gd name="csY271" fmla="*/ 0 h 162687"/>
              <a:gd name="csX272" fmla="*/ 1121378 w 3465481"/>
              <a:gd name="csY272" fmla="*/ 0 h 162687"/>
              <a:gd name="csX273" fmla="*/ 1148143 w 3465481"/>
              <a:gd name="csY273" fmla="*/ 29813 h 162687"/>
              <a:gd name="csX274" fmla="*/ 1117663 w 3465481"/>
              <a:gd name="csY274" fmla="*/ 29813 h 162687"/>
              <a:gd name="csX275" fmla="*/ 1106995 w 3465481"/>
              <a:gd name="csY275" fmla="*/ 17526 h 162687"/>
              <a:gd name="csX276" fmla="*/ 1096136 w 3465481"/>
              <a:gd name="csY276" fmla="*/ 29813 h 162687"/>
              <a:gd name="csX277" fmla="*/ 1066704 w 3465481"/>
              <a:gd name="csY277" fmla="*/ 29813 h 162687"/>
              <a:gd name="csX278" fmla="*/ 1066609 w 3465481"/>
              <a:gd name="csY278" fmla="*/ 29813 h 162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</a:cxnLst>
            <a:rect l="l" t="t" r="r" b="b"/>
            <a:pathLst>
              <a:path w="3465481" h="162687">
                <a:moveTo>
                  <a:pt x="1824894" y="72961"/>
                </a:moveTo>
                <a:lnTo>
                  <a:pt x="1811655" y="110870"/>
                </a:lnTo>
                <a:lnTo>
                  <a:pt x="1838134" y="110870"/>
                </a:lnTo>
                <a:close/>
                <a:moveTo>
                  <a:pt x="405955" y="66960"/>
                </a:moveTo>
                <a:lnTo>
                  <a:pt x="405955" y="94963"/>
                </a:lnTo>
                <a:lnTo>
                  <a:pt x="422243" y="94963"/>
                </a:lnTo>
                <a:cubicBezTo>
                  <a:pt x="427672" y="94963"/>
                  <a:pt x="431958" y="93916"/>
                  <a:pt x="435006" y="91820"/>
                </a:cubicBezTo>
                <a:cubicBezTo>
                  <a:pt x="438054" y="89725"/>
                  <a:pt x="439578" y="86105"/>
                  <a:pt x="439578" y="81152"/>
                </a:cubicBezTo>
                <a:cubicBezTo>
                  <a:pt x="439578" y="76199"/>
                  <a:pt x="437959" y="72389"/>
                  <a:pt x="434816" y="70198"/>
                </a:cubicBezTo>
                <a:cubicBezTo>
                  <a:pt x="431673" y="68103"/>
                  <a:pt x="427482" y="66960"/>
                  <a:pt x="422433" y="66960"/>
                </a:cubicBezTo>
                <a:close/>
                <a:moveTo>
                  <a:pt x="774191" y="65722"/>
                </a:moveTo>
                <a:lnTo>
                  <a:pt x="774191" y="92296"/>
                </a:lnTo>
                <a:lnTo>
                  <a:pt x="788860" y="92296"/>
                </a:lnTo>
                <a:cubicBezTo>
                  <a:pt x="794193" y="92296"/>
                  <a:pt x="798385" y="91249"/>
                  <a:pt x="801433" y="89248"/>
                </a:cubicBezTo>
                <a:cubicBezTo>
                  <a:pt x="804481" y="87248"/>
                  <a:pt x="806005" y="83819"/>
                  <a:pt x="806005" y="79057"/>
                </a:cubicBezTo>
                <a:cubicBezTo>
                  <a:pt x="806005" y="74294"/>
                  <a:pt x="804576" y="70770"/>
                  <a:pt x="801623" y="68770"/>
                </a:cubicBezTo>
                <a:cubicBezTo>
                  <a:pt x="798670" y="66674"/>
                  <a:pt x="794574" y="65722"/>
                  <a:pt x="789336" y="65722"/>
                </a:cubicBezTo>
                <a:close/>
                <a:moveTo>
                  <a:pt x="3407854" y="60007"/>
                </a:moveTo>
                <a:lnTo>
                  <a:pt x="3386233" y="115918"/>
                </a:lnTo>
                <a:lnTo>
                  <a:pt x="3386328" y="115918"/>
                </a:lnTo>
                <a:lnTo>
                  <a:pt x="3430524" y="115918"/>
                </a:lnTo>
                <a:close/>
                <a:moveTo>
                  <a:pt x="2844355" y="60007"/>
                </a:moveTo>
                <a:lnTo>
                  <a:pt x="2822733" y="115918"/>
                </a:lnTo>
                <a:lnTo>
                  <a:pt x="2822828" y="115918"/>
                </a:lnTo>
                <a:lnTo>
                  <a:pt x="2867024" y="115918"/>
                </a:lnTo>
                <a:close/>
                <a:moveTo>
                  <a:pt x="2107786" y="54958"/>
                </a:moveTo>
                <a:lnTo>
                  <a:pt x="2107786" y="144970"/>
                </a:lnTo>
                <a:lnTo>
                  <a:pt x="2107691" y="145065"/>
                </a:lnTo>
                <a:lnTo>
                  <a:pt x="2125217" y="145065"/>
                </a:lnTo>
                <a:cubicBezTo>
                  <a:pt x="2132171" y="145065"/>
                  <a:pt x="2138457" y="144017"/>
                  <a:pt x="2144172" y="141922"/>
                </a:cubicBezTo>
                <a:cubicBezTo>
                  <a:pt x="2149792" y="139826"/>
                  <a:pt x="2154650" y="136873"/>
                  <a:pt x="2158745" y="132873"/>
                </a:cubicBezTo>
                <a:cubicBezTo>
                  <a:pt x="2162841" y="128968"/>
                  <a:pt x="2165889" y="124205"/>
                  <a:pt x="2168080" y="118776"/>
                </a:cubicBezTo>
                <a:cubicBezTo>
                  <a:pt x="2170271" y="113347"/>
                  <a:pt x="2171414" y="107060"/>
                  <a:pt x="2171414" y="100107"/>
                </a:cubicBezTo>
                <a:cubicBezTo>
                  <a:pt x="2171414" y="90868"/>
                  <a:pt x="2169509" y="82962"/>
                  <a:pt x="2165698" y="76104"/>
                </a:cubicBezTo>
                <a:cubicBezTo>
                  <a:pt x="2161889" y="69246"/>
                  <a:pt x="2156555" y="64102"/>
                  <a:pt x="2149601" y="60483"/>
                </a:cubicBezTo>
                <a:cubicBezTo>
                  <a:pt x="2142743" y="56863"/>
                  <a:pt x="2134647" y="54958"/>
                  <a:pt x="2125313" y="54958"/>
                </a:cubicBezTo>
                <a:close/>
                <a:moveTo>
                  <a:pt x="3008280" y="54006"/>
                </a:moveTo>
                <a:lnTo>
                  <a:pt x="3008280" y="96392"/>
                </a:lnTo>
                <a:lnTo>
                  <a:pt x="3033331" y="96392"/>
                </a:lnTo>
                <a:cubicBezTo>
                  <a:pt x="3041713" y="96392"/>
                  <a:pt x="3048190" y="94582"/>
                  <a:pt x="3052857" y="90963"/>
                </a:cubicBezTo>
                <a:cubicBezTo>
                  <a:pt x="3057524" y="87343"/>
                  <a:pt x="3059810" y="82295"/>
                  <a:pt x="3059810" y="75723"/>
                </a:cubicBezTo>
                <a:cubicBezTo>
                  <a:pt x="3059810" y="69151"/>
                  <a:pt x="3057715" y="63626"/>
                  <a:pt x="3053619" y="59816"/>
                </a:cubicBezTo>
                <a:cubicBezTo>
                  <a:pt x="3049523" y="56006"/>
                  <a:pt x="3043237" y="54006"/>
                  <a:pt x="3034950" y="54006"/>
                </a:cubicBezTo>
                <a:close/>
                <a:moveTo>
                  <a:pt x="1064418" y="40005"/>
                </a:moveTo>
                <a:lnTo>
                  <a:pt x="1151095" y="40005"/>
                </a:lnTo>
                <a:lnTo>
                  <a:pt x="1151095" y="67247"/>
                </a:lnTo>
                <a:lnTo>
                  <a:pt x="1095946" y="67247"/>
                </a:lnTo>
                <a:lnTo>
                  <a:pt x="1095946" y="86201"/>
                </a:lnTo>
                <a:lnTo>
                  <a:pt x="1141666" y="86201"/>
                </a:lnTo>
                <a:lnTo>
                  <a:pt x="1141666" y="111252"/>
                </a:lnTo>
                <a:lnTo>
                  <a:pt x="1095946" y="111252"/>
                </a:lnTo>
                <a:lnTo>
                  <a:pt x="1095946" y="132398"/>
                </a:lnTo>
                <a:lnTo>
                  <a:pt x="1151762" y="132398"/>
                </a:lnTo>
                <a:lnTo>
                  <a:pt x="1151762" y="160020"/>
                </a:lnTo>
                <a:lnTo>
                  <a:pt x="1064418" y="160020"/>
                </a:lnTo>
                <a:close/>
                <a:moveTo>
                  <a:pt x="3400044" y="40004"/>
                </a:moveTo>
                <a:lnTo>
                  <a:pt x="3416808" y="40004"/>
                </a:lnTo>
                <a:lnTo>
                  <a:pt x="3465481" y="160019"/>
                </a:lnTo>
                <a:lnTo>
                  <a:pt x="3447288" y="160019"/>
                </a:lnTo>
                <a:lnTo>
                  <a:pt x="3435382" y="129920"/>
                </a:lnTo>
                <a:lnTo>
                  <a:pt x="3381851" y="129920"/>
                </a:lnTo>
                <a:lnTo>
                  <a:pt x="3370421" y="160019"/>
                </a:lnTo>
                <a:lnTo>
                  <a:pt x="3352800" y="160019"/>
                </a:lnTo>
                <a:close/>
                <a:moveTo>
                  <a:pt x="2992183" y="40004"/>
                </a:moveTo>
                <a:lnTo>
                  <a:pt x="3036379" y="40004"/>
                </a:lnTo>
                <a:cubicBezTo>
                  <a:pt x="3044475" y="40004"/>
                  <a:pt x="3051524" y="41433"/>
                  <a:pt x="3057429" y="44290"/>
                </a:cubicBezTo>
                <a:cubicBezTo>
                  <a:pt x="3063334" y="47148"/>
                  <a:pt x="3067907" y="51244"/>
                  <a:pt x="3071145" y="56482"/>
                </a:cubicBezTo>
                <a:cubicBezTo>
                  <a:pt x="3074384" y="61721"/>
                  <a:pt x="3076003" y="68008"/>
                  <a:pt x="3076003" y="75151"/>
                </a:cubicBezTo>
                <a:cubicBezTo>
                  <a:pt x="3076003" y="81152"/>
                  <a:pt x="3074669" y="86486"/>
                  <a:pt x="3072098" y="91058"/>
                </a:cubicBezTo>
                <a:cubicBezTo>
                  <a:pt x="3069431" y="95630"/>
                  <a:pt x="3065716" y="99440"/>
                  <a:pt x="3060953" y="102298"/>
                </a:cubicBezTo>
                <a:cubicBezTo>
                  <a:pt x="3056191" y="105155"/>
                  <a:pt x="3050571" y="107155"/>
                  <a:pt x="3044189" y="108108"/>
                </a:cubicBezTo>
                <a:lnTo>
                  <a:pt x="3081623" y="160019"/>
                </a:lnTo>
                <a:lnTo>
                  <a:pt x="3061906" y="160019"/>
                </a:lnTo>
                <a:lnTo>
                  <a:pt x="3026568" y="110203"/>
                </a:lnTo>
                <a:lnTo>
                  <a:pt x="3008280" y="110203"/>
                </a:lnTo>
                <a:lnTo>
                  <a:pt x="3008280" y="160019"/>
                </a:lnTo>
                <a:lnTo>
                  <a:pt x="2992183" y="160019"/>
                </a:lnTo>
                <a:close/>
                <a:moveTo>
                  <a:pt x="2836449" y="40004"/>
                </a:moveTo>
                <a:lnTo>
                  <a:pt x="2853213" y="40004"/>
                </a:lnTo>
                <a:lnTo>
                  <a:pt x="2901886" y="160019"/>
                </a:lnTo>
                <a:lnTo>
                  <a:pt x="2883693" y="160019"/>
                </a:lnTo>
                <a:lnTo>
                  <a:pt x="2871787" y="129920"/>
                </a:lnTo>
                <a:lnTo>
                  <a:pt x="2818256" y="129920"/>
                </a:lnTo>
                <a:lnTo>
                  <a:pt x="2806826" y="160019"/>
                </a:lnTo>
                <a:lnTo>
                  <a:pt x="2789205" y="160019"/>
                </a:lnTo>
                <a:close/>
                <a:moveTo>
                  <a:pt x="2575559" y="40004"/>
                </a:moveTo>
                <a:lnTo>
                  <a:pt x="2591275" y="40004"/>
                </a:lnTo>
                <a:lnTo>
                  <a:pt x="2638228" y="115878"/>
                </a:lnTo>
                <a:lnTo>
                  <a:pt x="2635186" y="120967"/>
                </a:lnTo>
                <a:lnTo>
                  <a:pt x="2641377" y="120967"/>
                </a:lnTo>
                <a:lnTo>
                  <a:pt x="2638228" y="115878"/>
                </a:lnTo>
                <a:lnTo>
                  <a:pt x="2683572" y="40004"/>
                </a:lnTo>
                <a:lnTo>
                  <a:pt x="2698813" y="40004"/>
                </a:lnTo>
                <a:lnTo>
                  <a:pt x="2698813" y="160019"/>
                </a:lnTo>
                <a:lnTo>
                  <a:pt x="2683001" y="160019"/>
                </a:lnTo>
                <a:lnTo>
                  <a:pt x="2683180" y="68112"/>
                </a:lnTo>
                <a:lnTo>
                  <a:pt x="2686335" y="62959"/>
                </a:lnTo>
                <a:lnTo>
                  <a:pt x="2683192" y="61912"/>
                </a:lnTo>
                <a:lnTo>
                  <a:pt x="2683180" y="68112"/>
                </a:lnTo>
                <a:lnTo>
                  <a:pt x="2643472" y="132968"/>
                </a:lnTo>
                <a:lnTo>
                  <a:pt x="2630995" y="132968"/>
                </a:lnTo>
                <a:lnTo>
                  <a:pt x="2590142" y="66975"/>
                </a:lnTo>
                <a:lnTo>
                  <a:pt x="2590132" y="61912"/>
                </a:lnTo>
                <a:lnTo>
                  <a:pt x="2587656" y="62959"/>
                </a:lnTo>
                <a:lnTo>
                  <a:pt x="2590142" y="66975"/>
                </a:lnTo>
                <a:lnTo>
                  <a:pt x="2590323" y="160019"/>
                </a:lnTo>
                <a:lnTo>
                  <a:pt x="2575559" y="160019"/>
                </a:lnTo>
                <a:close/>
                <a:moveTo>
                  <a:pt x="2284952" y="40004"/>
                </a:moveTo>
                <a:lnTo>
                  <a:pt x="2360199" y="40004"/>
                </a:lnTo>
                <a:lnTo>
                  <a:pt x="2360199" y="54387"/>
                </a:lnTo>
                <a:lnTo>
                  <a:pt x="2301049" y="54387"/>
                </a:lnTo>
                <a:lnTo>
                  <a:pt x="2301049" y="90106"/>
                </a:lnTo>
                <a:lnTo>
                  <a:pt x="2352580" y="90106"/>
                </a:lnTo>
                <a:lnTo>
                  <a:pt x="2352580" y="103917"/>
                </a:lnTo>
                <a:lnTo>
                  <a:pt x="2301049" y="103917"/>
                </a:lnTo>
                <a:lnTo>
                  <a:pt x="2301049" y="145541"/>
                </a:lnTo>
                <a:lnTo>
                  <a:pt x="2360771" y="145541"/>
                </a:lnTo>
                <a:lnTo>
                  <a:pt x="2360771" y="160019"/>
                </a:lnTo>
                <a:lnTo>
                  <a:pt x="2284952" y="160019"/>
                </a:lnTo>
                <a:close/>
                <a:moveTo>
                  <a:pt x="2091594" y="40004"/>
                </a:moveTo>
                <a:lnTo>
                  <a:pt x="2127884" y="40004"/>
                </a:lnTo>
                <a:cubicBezTo>
                  <a:pt x="2139695" y="40004"/>
                  <a:pt x="2150077" y="42576"/>
                  <a:pt x="2159126" y="47624"/>
                </a:cubicBezTo>
                <a:cubicBezTo>
                  <a:pt x="2168175" y="52672"/>
                  <a:pt x="2175319" y="59816"/>
                  <a:pt x="2180462" y="68865"/>
                </a:cubicBezTo>
                <a:cubicBezTo>
                  <a:pt x="2185606" y="77914"/>
                  <a:pt x="2188177" y="88296"/>
                  <a:pt x="2188177" y="100012"/>
                </a:cubicBezTo>
                <a:cubicBezTo>
                  <a:pt x="2188177" y="108775"/>
                  <a:pt x="2186749" y="116776"/>
                  <a:pt x="2183796" y="124110"/>
                </a:cubicBezTo>
                <a:cubicBezTo>
                  <a:pt x="2180843" y="131444"/>
                  <a:pt x="2176748" y="137731"/>
                  <a:pt x="2171318" y="143065"/>
                </a:cubicBezTo>
                <a:cubicBezTo>
                  <a:pt x="2165984" y="148399"/>
                  <a:pt x="2159602" y="152590"/>
                  <a:pt x="2152173" y="155447"/>
                </a:cubicBezTo>
                <a:cubicBezTo>
                  <a:pt x="2144839" y="158400"/>
                  <a:pt x="2136743" y="159829"/>
                  <a:pt x="2127884" y="159829"/>
                </a:cubicBezTo>
                <a:lnTo>
                  <a:pt x="2091594" y="159829"/>
                </a:lnTo>
                <a:close/>
                <a:moveTo>
                  <a:pt x="1806892" y="40004"/>
                </a:moveTo>
                <a:lnTo>
                  <a:pt x="1843944" y="40004"/>
                </a:lnTo>
                <a:lnTo>
                  <a:pt x="1888331" y="160019"/>
                </a:lnTo>
                <a:lnTo>
                  <a:pt x="1852803" y="160019"/>
                </a:lnTo>
                <a:lnTo>
                  <a:pt x="1845278" y="137159"/>
                </a:lnTo>
                <a:lnTo>
                  <a:pt x="1804701" y="137159"/>
                </a:lnTo>
                <a:lnTo>
                  <a:pt x="1797272" y="160019"/>
                </a:lnTo>
                <a:lnTo>
                  <a:pt x="1762601" y="160019"/>
                </a:lnTo>
                <a:close/>
                <a:moveTo>
                  <a:pt x="1645253" y="40004"/>
                </a:moveTo>
                <a:lnTo>
                  <a:pt x="1676781" y="40004"/>
                </a:lnTo>
                <a:lnTo>
                  <a:pt x="1676781" y="160019"/>
                </a:lnTo>
                <a:lnTo>
                  <a:pt x="1645253" y="160019"/>
                </a:lnTo>
                <a:close/>
                <a:moveTo>
                  <a:pt x="1246632" y="40004"/>
                </a:moveTo>
                <a:lnTo>
                  <a:pt x="1277969" y="40004"/>
                </a:lnTo>
                <a:lnTo>
                  <a:pt x="1323689" y="108965"/>
                </a:lnTo>
                <a:lnTo>
                  <a:pt x="1323689" y="40004"/>
                </a:lnTo>
                <a:lnTo>
                  <a:pt x="1354169" y="40004"/>
                </a:lnTo>
                <a:lnTo>
                  <a:pt x="1354169" y="160019"/>
                </a:lnTo>
                <a:lnTo>
                  <a:pt x="1322832" y="160019"/>
                </a:lnTo>
                <a:lnTo>
                  <a:pt x="1277112" y="90010"/>
                </a:lnTo>
                <a:lnTo>
                  <a:pt x="1277112" y="160019"/>
                </a:lnTo>
                <a:lnTo>
                  <a:pt x="1246632" y="160019"/>
                </a:lnTo>
                <a:close/>
                <a:moveTo>
                  <a:pt x="933640" y="40004"/>
                </a:moveTo>
                <a:lnTo>
                  <a:pt x="965168" y="40004"/>
                </a:lnTo>
                <a:lnTo>
                  <a:pt x="965168" y="160019"/>
                </a:lnTo>
                <a:lnTo>
                  <a:pt x="933640" y="160019"/>
                </a:lnTo>
                <a:close/>
                <a:moveTo>
                  <a:pt x="742568" y="40004"/>
                </a:moveTo>
                <a:lnTo>
                  <a:pt x="792384" y="40004"/>
                </a:lnTo>
                <a:cubicBezTo>
                  <a:pt x="801528" y="40004"/>
                  <a:pt x="809529" y="41433"/>
                  <a:pt x="816387" y="44386"/>
                </a:cubicBezTo>
                <a:cubicBezTo>
                  <a:pt x="823245" y="47243"/>
                  <a:pt x="828484" y="51529"/>
                  <a:pt x="832293" y="57054"/>
                </a:cubicBezTo>
                <a:cubicBezTo>
                  <a:pt x="836008" y="62578"/>
                  <a:pt x="837913" y="69246"/>
                  <a:pt x="837913" y="77056"/>
                </a:cubicBezTo>
                <a:cubicBezTo>
                  <a:pt x="837913" y="82867"/>
                  <a:pt x="836866" y="88010"/>
                  <a:pt x="834675" y="92487"/>
                </a:cubicBezTo>
                <a:cubicBezTo>
                  <a:pt x="832484" y="96868"/>
                  <a:pt x="829626" y="100678"/>
                  <a:pt x="826007" y="103726"/>
                </a:cubicBezTo>
                <a:cubicBezTo>
                  <a:pt x="822387" y="106774"/>
                  <a:pt x="818292" y="109060"/>
                  <a:pt x="813720" y="110584"/>
                </a:cubicBezTo>
                <a:lnTo>
                  <a:pt x="844676" y="160114"/>
                </a:lnTo>
                <a:lnTo>
                  <a:pt x="807433" y="160114"/>
                </a:lnTo>
                <a:lnTo>
                  <a:pt x="782859" y="117347"/>
                </a:lnTo>
                <a:lnTo>
                  <a:pt x="774286" y="117347"/>
                </a:lnTo>
                <a:lnTo>
                  <a:pt x="774286" y="160114"/>
                </a:lnTo>
                <a:lnTo>
                  <a:pt x="742759" y="160114"/>
                </a:lnTo>
                <a:lnTo>
                  <a:pt x="742568" y="160019"/>
                </a:lnTo>
                <a:close/>
                <a:moveTo>
                  <a:pt x="560355" y="40004"/>
                </a:moveTo>
                <a:lnTo>
                  <a:pt x="647032" y="40004"/>
                </a:lnTo>
                <a:lnTo>
                  <a:pt x="647032" y="67246"/>
                </a:lnTo>
                <a:lnTo>
                  <a:pt x="591883" y="67246"/>
                </a:lnTo>
                <a:lnTo>
                  <a:pt x="591883" y="86200"/>
                </a:lnTo>
                <a:lnTo>
                  <a:pt x="637603" y="86200"/>
                </a:lnTo>
                <a:lnTo>
                  <a:pt x="637603" y="111251"/>
                </a:lnTo>
                <a:lnTo>
                  <a:pt x="591883" y="111251"/>
                </a:lnTo>
                <a:lnTo>
                  <a:pt x="591883" y="132397"/>
                </a:lnTo>
                <a:lnTo>
                  <a:pt x="647699" y="132397"/>
                </a:lnTo>
                <a:lnTo>
                  <a:pt x="647699" y="160019"/>
                </a:lnTo>
                <a:lnTo>
                  <a:pt x="560355" y="160019"/>
                </a:lnTo>
                <a:close/>
                <a:moveTo>
                  <a:pt x="374332" y="40004"/>
                </a:moveTo>
                <a:lnTo>
                  <a:pt x="424053" y="40004"/>
                </a:lnTo>
                <a:cubicBezTo>
                  <a:pt x="433101" y="40004"/>
                  <a:pt x="441102" y="41623"/>
                  <a:pt x="448246" y="44767"/>
                </a:cubicBezTo>
                <a:cubicBezTo>
                  <a:pt x="455390" y="47910"/>
                  <a:pt x="460914" y="52577"/>
                  <a:pt x="465010" y="58673"/>
                </a:cubicBezTo>
                <a:cubicBezTo>
                  <a:pt x="469106" y="64769"/>
                  <a:pt x="471106" y="72008"/>
                  <a:pt x="471106" y="80485"/>
                </a:cubicBezTo>
                <a:cubicBezTo>
                  <a:pt x="471106" y="88963"/>
                  <a:pt x="469201" y="96487"/>
                  <a:pt x="465486" y="102488"/>
                </a:cubicBezTo>
                <a:cubicBezTo>
                  <a:pt x="461676" y="108489"/>
                  <a:pt x="456247" y="113156"/>
                  <a:pt x="449199" y="116299"/>
                </a:cubicBezTo>
                <a:cubicBezTo>
                  <a:pt x="442055" y="119443"/>
                  <a:pt x="433482" y="121062"/>
                  <a:pt x="423386" y="121062"/>
                </a:cubicBezTo>
                <a:lnTo>
                  <a:pt x="405955" y="121062"/>
                </a:lnTo>
                <a:lnTo>
                  <a:pt x="405955" y="160019"/>
                </a:lnTo>
                <a:lnTo>
                  <a:pt x="374427" y="160019"/>
                </a:lnTo>
                <a:lnTo>
                  <a:pt x="374332" y="160019"/>
                </a:lnTo>
                <a:close/>
                <a:moveTo>
                  <a:pt x="171544" y="40004"/>
                </a:moveTo>
                <a:lnTo>
                  <a:pt x="209549" y="40004"/>
                </a:lnTo>
                <a:lnTo>
                  <a:pt x="229266" y="74866"/>
                </a:lnTo>
                <a:lnTo>
                  <a:pt x="249364" y="40004"/>
                </a:lnTo>
                <a:lnTo>
                  <a:pt x="286416" y="40004"/>
                </a:lnTo>
                <a:lnTo>
                  <a:pt x="250888" y="99535"/>
                </a:lnTo>
                <a:lnTo>
                  <a:pt x="287178" y="160019"/>
                </a:lnTo>
                <a:lnTo>
                  <a:pt x="248792" y="160019"/>
                </a:lnTo>
                <a:lnTo>
                  <a:pt x="228123" y="122967"/>
                </a:lnTo>
                <a:lnTo>
                  <a:pt x="207739" y="160019"/>
                </a:lnTo>
                <a:lnTo>
                  <a:pt x="170306" y="160019"/>
                </a:lnTo>
                <a:lnTo>
                  <a:pt x="170211" y="160019"/>
                </a:lnTo>
                <a:lnTo>
                  <a:pt x="206787" y="98964"/>
                </a:lnTo>
                <a:close/>
                <a:moveTo>
                  <a:pt x="0" y="40004"/>
                </a:moveTo>
                <a:lnTo>
                  <a:pt x="86678" y="40004"/>
                </a:lnTo>
                <a:lnTo>
                  <a:pt x="86678" y="67246"/>
                </a:lnTo>
                <a:lnTo>
                  <a:pt x="31528" y="67246"/>
                </a:lnTo>
                <a:lnTo>
                  <a:pt x="31528" y="86200"/>
                </a:lnTo>
                <a:lnTo>
                  <a:pt x="77248" y="86200"/>
                </a:lnTo>
                <a:lnTo>
                  <a:pt x="77248" y="111251"/>
                </a:lnTo>
                <a:lnTo>
                  <a:pt x="31528" y="111251"/>
                </a:lnTo>
                <a:lnTo>
                  <a:pt x="31528" y="132397"/>
                </a:lnTo>
                <a:lnTo>
                  <a:pt x="87344" y="132397"/>
                </a:lnTo>
                <a:lnTo>
                  <a:pt x="87344" y="160019"/>
                </a:lnTo>
                <a:lnTo>
                  <a:pt x="0" y="160019"/>
                </a:lnTo>
                <a:close/>
                <a:moveTo>
                  <a:pt x="3229641" y="37528"/>
                </a:moveTo>
                <a:cubicBezTo>
                  <a:pt x="3238689" y="37528"/>
                  <a:pt x="3246214" y="38671"/>
                  <a:pt x="3252882" y="40862"/>
                </a:cubicBezTo>
                <a:cubicBezTo>
                  <a:pt x="3259549" y="43052"/>
                  <a:pt x="3265264" y="46196"/>
                  <a:pt x="3270027" y="50196"/>
                </a:cubicBezTo>
                <a:lnTo>
                  <a:pt x="3261454" y="63436"/>
                </a:lnTo>
                <a:cubicBezTo>
                  <a:pt x="3257549" y="59912"/>
                  <a:pt x="3253072" y="57340"/>
                  <a:pt x="3247929" y="55626"/>
                </a:cubicBezTo>
                <a:cubicBezTo>
                  <a:pt x="3242785" y="53911"/>
                  <a:pt x="3237070" y="53054"/>
                  <a:pt x="3230879" y="53054"/>
                </a:cubicBezTo>
                <a:cubicBezTo>
                  <a:pt x="3223830" y="53054"/>
                  <a:pt x="3217449" y="54197"/>
                  <a:pt x="3211734" y="56292"/>
                </a:cubicBezTo>
                <a:cubicBezTo>
                  <a:pt x="3206019" y="58483"/>
                  <a:pt x="3201161" y="61626"/>
                  <a:pt x="3197065" y="65722"/>
                </a:cubicBezTo>
                <a:cubicBezTo>
                  <a:pt x="3193065" y="69818"/>
                  <a:pt x="3189921" y="74771"/>
                  <a:pt x="3187731" y="80486"/>
                </a:cubicBezTo>
                <a:cubicBezTo>
                  <a:pt x="3185540" y="86201"/>
                  <a:pt x="3184492" y="92773"/>
                  <a:pt x="3184492" y="99917"/>
                </a:cubicBezTo>
                <a:cubicBezTo>
                  <a:pt x="3184492" y="109823"/>
                  <a:pt x="3186397" y="118395"/>
                  <a:pt x="3190303" y="125349"/>
                </a:cubicBezTo>
                <a:cubicBezTo>
                  <a:pt x="3194112" y="132397"/>
                  <a:pt x="3199637" y="137731"/>
                  <a:pt x="3206686" y="141446"/>
                </a:cubicBezTo>
                <a:cubicBezTo>
                  <a:pt x="3213734" y="145161"/>
                  <a:pt x="3222116" y="146970"/>
                  <a:pt x="3231831" y="146970"/>
                </a:cubicBezTo>
                <a:cubicBezTo>
                  <a:pt x="3238023" y="146970"/>
                  <a:pt x="3244023" y="146018"/>
                  <a:pt x="3249834" y="144208"/>
                </a:cubicBezTo>
                <a:cubicBezTo>
                  <a:pt x="3255644" y="142398"/>
                  <a:pt x="3260978" y="139350"/>
                  <a:pt x="3266026" y="135064"/>
                </a:cubicBezTo>
                <a:lnTo>
                  <a:pt x="3273551" y="148780"/>
                </a:lnTo>
                <a:cubicBezTo>
                  <a:pt x="3267646" y="153447"/>
                  <a:pt x="3261073" y="156876"/>
                  <a:pt x="3253834" y="159162"/>
                </a:cubicBezTo>
                <a:cubicBezTo>
                  <a:pt x="3246500" y="161448"/>
                  <a:pt x="3238499" y="162687"/>
                  <a:pt x="3229641" y="162687"/>
                </a:cubicBezTo>
                <a:lnTo>
                  <a:pt x="3229450" y="162591"/>
                </a:lnTo>
                <a:cubicBezTo>
                  <a:pt x="3217068" y="162591"/>
                  <a:pt x="3206209" y="160019"/>
                  <a:pt x="3196875" y="154876"/>
                </a:cubicBezTo>
                <a:cubicBezTo>
                  <a:pt x="3187540" y="149733"/>
                  <a:pt x="3180396" y="142398"/>
                  <a:pt x="3175253" y="133064"/>
                </a:cubicBezTo>
                <a:cubicBezTo>
                  <a:pt x="3170110" y="123729"/>
                  <a:pt x="3167633" y="112680"/>
                  <a:pt x="3167633" y="100107"/>
                </a:cubicBezTo>
                <a:cubicBezTo>
                  <a:pt x="3167633" y="91059"/>
                  <a:pt x="3169157" y="82677"/>
                  <a:pt x="3172205" y="75057"/>
                </a:cubicBezTo>
                <a:cubicBezTo>
                  <a:pt x="3175253" y="67436"/>
                  <a:pt x="3179539" y="60864"/>
                  <a:pt x="3185064" y="55245"/>
                </a:cubicBezTo>
                <a:cubicBezTo>
                  <a:pt x="3190588" y="49625"/>
                  <a:pt x="3197161" y="45339"/>
                  <a:pt x="3204780" y="42195"/>
                </a:cubicBezTo>
                <a:cubicBezTo>
                  <a:pt x="3212401" y="39052"/>
                  <a:pt x="3220592" y="37528"/>
                  <a:pt x="3229641" y="37528"/>
                </a:cubicBezTo>
                <a:close/>
                <a:moveTo>
                  <a:pt x="1509712" y="37528"/>
                </a:moveTo>
                <a:cubicBezTo>
                  <a:pt x="1520094" y="37528"/>
                  <a:pt x="1528667" y="38861"/>
                  <a:pt x="1535525" y="41433"/>
                </a:cubicBezTo>
                <a:cubicBezTo>
                  <a:pt x="1542383" y="44005"/>
                  <a:pt x="1548574" y="47720"/>
                  <a:pt x="1554289" y="52577"/>
                </a:cubicBezTo>
                <a:lnTo>
                  <a:pt x="1538668" y="78485"/>
                </a:lnTo>
                <a:cubicBezTo>
                  <a:pt x="1535429" y="75152"/>
                  <a:pt x="1531619" y="72580"/>
                  <a:pt x="1527048" y="70866"/>
                </a:cubicBezTo>
                <a:cubicBezTo>
                  <a:pt x="1522475" y="69151"/>
                  <a:pt x="1517427" y="68294"/>
                  <a:pt x="1511807" y="68294"/>
                </a:cubicBezTo>
                <a:cubicBezTo>
                  <a:pt x="1506569" y="68294"/>
                  <a:pt x="1501997" y="69056"/>
                  <a:pt x="1497901" y="70485"/>
                </a:cubicBezTo>
                <a:cubicBezTo>
                  <a:pt x="1493805" y="72009"/>
                  <a:pt x="1490471" y="74104"/>
                  <a:pt x="1487709" y="76866"/>
                </a:cubicBezTo>
                <a:cubicBezTo>
                  <a:pt x="1484947" y="79628"/>
                  <a:pt x="1482851" y="82962"/>
                  <a:pt x="1481327" y="86868"/>
                </a:cubicBezTo>
                <a:cubicBezTo>
                  <a:pt x="1479899" y="90773"/>
                  <a:pt x="1479137" y="95250"/>
                  <a:pt x="1479137" y="100107"/>
                </a:cubicBezTo>
                <a:cubicBezTo>
                  <a:pt x="1479137" y="106775"/>
                  <a:pt x="1480470" y="112395"/>
                  <a:pt x="1483042" y="117157"/>
                </a:cubicBezTo>
                <a:cubicBezTo>
                  <a:pt x="1485709" y="121920"/>
                  <a:pt x="1489424" y="125539"/>
                  <a:pt x="1494377" y="128111"/>
                </a:cubicBezTo>
                <a:cubicBezTo>
                  <a:pt x="1499330" y="130683"/>
                  <a:pt x="1505235" y="131921"/>
                  <a:pt x="1512284" y="131921"/>
                </a:cubicBezTo>
                <a:cubicBezTo>
                  <a:pt x="1517427" y="131921"/>
                  <a:pt x="1522571" y="131159"/>
                  <a:pt x="1527714" y="129540"/>
                </a:cubicBezTo>
                <a:cubicBezTo>
                  <a:pt x="1532858" y="127920"/>
                  <a:pt x="1537811" y="125444"/>
                  <a:pt x="1542478" y="122015"/>
                </a:cubicBezTo>
                <a:lnTo>
                  <a:pt x="1556861" y="148399"/>
                </a:lnTo>
                <a:cubicBezTo>
                  <a:pt x="1551336" y="152590"/>
                  <a:pt x="1544764" y="156019"/>
                  <a:pt x="1536858" y="158686"/>
                </a:cubicBezTo>
                <a:cubicBezTo>
                  <a:pt x="1529048" y="161353"/>
                  <a:pt x="1519808" y="162687"/>
                  <a:pt x="1509140" y="162687"/>
                </a:cubicBezTo>
                <a:lnTo>
                  <a:pt x="1509331" y="162591"/>
                </a:lnTo>
                <a:cubicBezTo>
                  <a:pt x="1496853" y="162591"/>
                  <a:pt x="1485899" y="160019"/>
                  <a:pt x="1476374" y="154971"/>
                </a:cubicBezTo>
                <a:cubicBezTo>
                  <a:pt x="1466849" y="149923"/>
                  <a:pt x="1459420" y="142684"/>
                  <a:pt x="1454086" y="133445"/>
                </a:cubicBezTo>
                <a:cubicBezTo>
                  <a:pt x="1448752" y="124110"/>
                  <a:pt x="1446085" y="113157"/>
                  <a:pt x="1446085" y="100488"/>
                </a:cubicBezTo>
                <a:cubicBezTo>
                  <a:pt x="1446085" y="91249"/>
                  <a:pt x="1447609" y="82772"/>
                  <a:pt x="1450752" y="75057"/>
                </a:cubicBezTo>
                <a:cubicBezTo>
                  <a:pt x="1453895" y="67341"/>
                  <a:pt x="1458277" y="60674"/>
                  <a:pt x="1463992" y="55054"/>
                </a:cubicBezTo>
                <a:cubicBezTo>
                  <a:pt x="1469707" y="49434"/>
                  <a:pt x="1476470" y="45148"/>
                  <a:pt x="1484185" y="42100"/>
                </a:cubicBezTo>
                <a:cubicBezTo>
                  <a:pt x="1491900" y="39052"/>
                  <a:pt x="1500473" y="37528"/>
                  <a:pt x="1509712" y="37528"/>
                </a:cubicBezTo>
                <a:close/>
                <a:moveTo>
                  <a:pt x="1093374" y="0"/>
                </a:moveTo>
                <a:lnTo>
                  <a:pt x="1121378" y="0"/>
                </a:lnTo>
                <a:lnTo>
                  <a:pt x="1148143" y="29813"/>
                </a:lnTo>
                <a:lnTo>
                  <a:pt x="1117663" y="29813"/>
                </a:lnTo>
                <a:lnTo>
                  <a:pt x="1106995" y="17526"/>
                </a:lnTo>
                <a:lnTo>
                  <a:pt x="1096136" y="29813"/>
                </a:lnTo>
                <a:lnTo>
                  <a:pt x="1066704" y="29813"/>
                </a:lnTo>
                <a:lnTo>
                  <a:pt x="1066609" y="29813"/>
                </a:lnTo>
                <a:close/>
              </a:path>
            </a:pathLst>
          </a:custGeom>
          <a:solidFill>
            <a:srgbClr val="636466"/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56FEEE8-16F2-5DEA-E75D-155585645367}"/>
              </a:ext>
            </a:extLst>
          </p:cNvPr>
          <p:cNvSpPr txBox="1"/>
          <p:nvPr/>
        </p:nvSpPr>
        <p:spPr>
          <a:xfrm>
            <a:off x="10092444" y="6264811"/>
            <a:ext cx="1785890" cy="27568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>
              <a:lnSpc>
                <a:spcPts val="1800"/>
              </a:lnSpc>
            </a:pPr>
            <a:r>
              <a:rPr lang="pt-BR" sz="1600" dirty="0">
                <a:solidFill>
                  <a:srgbClr val="636466"/>
                </a:solidFill>
                <a:highlight>
                  <a:srgbClr val="FFCB05"/>
                </a:highlight>
                <a:latin typeface="Geologica" pitchFamily="2" charset="0"/>
              </a:rPr>
              <a:t>TOTAL PEÇAS: 01 </a:t>
            </a:r>
            <a:endParaRPr lang="pt-BR" sz="1600" b="1" dirty="0">
              <a:solidFill>
                <a:srgbClr val="636466"/>
              </a:solidFill>
              <a:highlight>
                <a:srgbClr val="FFCB05"/>
              </a:highlight>
              <a:latin typeface="Geologica" pitchFamily="2" charset="0"/>
            </a:endParaRPr>
          </a:p>
        </p:txBody>
      </p:sp>
      <p:pic>
        <p:nvPicPr>
          <p:cNvPr id="6" name="Imagem 5" descr="Uma imagem contendo Diagrama&#10;&#10;Descrição gerada automaticamente">
            <a:extLst>
              <a:ext uri="{FF2B5EF4-FFF2-40B4-BE49-F238E27FC236}">
                <a16:creationId xmlns:a16="http://schemas.microsoft.com/office/drawing/2014/main" id="{901CBE8E-571B-4869-3236-BD383AF6EB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2" t="18461" r="1466" b="18343"/>
          <a:stretch/>
        </p:blipFill>
        <p:spPr>
          <a:xfrm>
            <a:off x="249084" y="1562979"/>
            <a:ext cx="11693833" cy="427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34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30DA8-DB07-31DE-7919-AF0CE60AC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">
            <a:extLst>
              <a:ext uri="{FF2B5EF4-FFF2-40B4-BE49-F238E27FC236}">
                <a16:creationId xmlns:a16="http://schemas.microsoft.com/office/drawing/2014/main" id="{DA983398-988C-A32D-4BED-18BD4974036F}"/>
              </a:ext>
            </a:extLst>
          </p:cNvPr>
          <p:cNvSpPr/>
          <p:nvPr/>
        </p:nvSpPr>
        <p:spPr>
          <a:xfrm>
            <a:off x="3209417" y="4472901"/>
            <a:ext cx="5773166" cy="513437"/>
          </a:xfrm>
          <a:custGeom>
            <a:avLst/>
            <a:gdLst>
              <a:gd name="csX0" fmla="*/ 1051560 w 9014650"/>
              <a:gd name="csY0" fmla="*/ 0 h 801719"/>
              <a:gd name="csX1" fmla="*/ 1731169 w 9014650"/>
              <a:gd name="csY1" fmla="*/ 801719 h 801719"/>
              <a:gd name="csX2" fmla="*/ 677990 w 9014650"/>
              <a:gd name="csY2" fmla="*/ 801719 h 801719"/>
              <a:gd name="csX3" fmla="*/ 0 w 9014650"/>
              <a:gd name="csY3" fmla="*/ 0 h 801719"/>
              <a:gd name="csX4" fmla="*/ 1051560 w 9014650"/>
              <a:gd name="csY4" fmla="*/ 0 h 801719"/>
              <a:gd name="csX5" fmla="*/ 2032826 w 9014650"/>
              <a:gd name="csY5" fmla="*/ 0 h 801719"/>
              <a:gd name="csX6" fmla="*/ 2032826 w 9014650"/>
              <a:gd name="csY6" fmla="*/ 801719 h 801719"/>
              <a:gd name="csX7" fmla="*/ 2844641 w 9014650"/>
              <a:gd name="csY7" fmla="*/ 801719 h 801719"/>
              <a:gd name="csX8" fmla="*/ 2844641 w 9014650"/>
              <a:gd name="csY8" fmla="*/ 0 h 801719"/>
              <a:gd name="csX9" fmla="*/ 2032826 w 9014650"/>
              <a:gd name="csY9" fmla="*/ 0 h 801719"/>
              <a:gd name="csX10" fmla="*/ 6842570 w 9014650"/>
              <a:gd name="csY10" fmla="*/ 0 h 801719"/>
              <a:gd name="csX11" fmla="*/ 6842570 w 9014650"/>
              <a:gd name="csY11" fmla="*/ 801719 h 801719"/>
              <a:gd name="csX12" fmla="*/ 7654385 w 9014650"/>
              <a:gd name="csY12" fmla="*/ 801719 h 801719"/>
              <a:gd name="csX13" fmla="*/ 7654385 w 9014650"/>
              <a:gd name="csY13" fmla="*/ 439484 h 801719"/>
              <a:gd name="csX14" fmla="*/ 7961471 w 9014650"/>
              <a:gd name="csY14" fmla="*/ 801719 h 801719"/>
              <a:gd name="csX15" fmla="*/ 9014650 w 9014650"/>
              <a:gd name="csY15" fmla="*/ 801719 h 801719"/>
              <a:gd name="csX16" fmla="*/ 8336566 w 9014650"/>
              <a:gd name="csY16" fmla="*/ 0 h 801719"/>
              <a:gd name="csX17" fmla="*/ 6842474 w 9014650"/>
              <a:gd name="csY17" fmla="*/ 0 h 801719"/>
              <a:gd name="csX18" fmla="*/ 5178552 w 9014650"/>
              <a:gd name="csY18" fmla="*/ 3429 h 801719"/>
              <a:gd name="csX19" fmla="*/ 4236530 w 9014650"/>
              <a:gd name="csY19" fmla="*/ 801719 h 801719"/>
              <a:gd name="csX20" fmla="*/ 5486876 w 9014650"/>
              <a:gd name="csY20" fmla="*/ 801719 h 801719"/>
              <a:gd name="csX21" fmla="*/ 6426708 w 9014650"/>
              <a:gd name="csY21" fmla="*/ 3429 h 801719"/>
              <a:gd name="csX22" fmla="*/ 6426708 w 9014650"/>
              <a:gd name="csY22" fmla="*/ 0 h 801719"/>
              <a:gd name="csX23" fmla="*/ 5178552 w 9014650"/>
              <a:gd name="csY23" fmla="*/ 3429 h 8017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9014650" h="801719">
                <a:moveTo>
                  <a:pt x="1051560" y="0"/>
                </a:moveTo>
                <a:lnTo>
                  <a:pt x="1731169" y="801719"/>
                </a:lnTo>
                <a:lnTo>
                  <a:pt x="677990" y="801719"/>
                </a:lnTo>
                <a:lnTo>
                  <a:pt x="0" y="0"/>
                </a:lnTo>
                <a:lnTo>
                  <a:pt x="1051560" y="0"/>
                </a:lnTo>
                <a:close/>
                <a:moveTo>
                  <a:pt x="2032826" y="0"/>
                </a:moveTo>
                <a:lnTo>
                  <a:pt x="2032826" y="801719"/>
                </a:lnTo>
                <a:lnTo>
                  <a:pt x="2844641" y="801719"/>
                </a:lnTo>
                <a:lnTo>
                  <a:pt x="2844641" y="0"/>
                </a:lnTo>
                <a:lnTo>
                  <a:pt x="2032826" y="0"/>
                </a:lnTo>
                <a:close/>
                <a:moveTo>
                  <a:pt x="6842570" y="0"/>
                </a:moveTo>
                <a:lnTo>
                  <a:pt x="6842570" y="801719"/>
                </a:lnTo>
                <a:lnTo>
                  <a:pt x="7654385" y="801719"/>
                </a:lnTo>
                <a:lnTo>
                  <a:pt x="7654385" y="439484"/>
                </a:lnTo>
                <a:lnTo>
                  <a:pt x="7961471" y="801719"/>
                </a:lnTo>
                <a:lnTo>
                  <a:pt x="9014650" y="801719"/>
                </a:lnTo>
                <a:lnTo>
                  <a:pt x="8336566" y="0"/>
                </a:lnTo>
                <a:lnTo>
                  <a:pt x="6842474" y="0"/>
                </a:lnTo>
                <a:close/>
                <a:moveTo>
                  <a:pt x="5178552" y="3429"/>
                </a:moveTo>
                <a:lnTo>
                  <a:pt x="4236530" y="801719"/>
                </a:lnTo>
                <a:lnTo>
                  <a:pt x="5486876" y="801719"/>
                </a:lnTo>
                <a:lnTo>
                  <a:pt x="6426708" y="3429"/>
                </a:lnTo>
                <a:lnTo>
                  <a:pt x="6426708" y="0"/>
                </a:lnTo>
                <a:lnTo>
                  <a:pt x="5178552" y="3429"/>
                </a:lnTo>
                <a:close/>
              </a:path>
            </a:pathLst>
          </a:custGeom>
          <a:solidFill>
            <a:srgbClr val="FFCB05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1" name="Gráfico 9">
            <a:extLst>
              <a:ext uri="{FF2B5EF4-FFF2-40B4-BE49-F238E27FC236}">
                <a16:creationId xmlns:a16="http://schemas.microsoft.com/office/drawing/2014/main" id="{CCB9BFF5-2947-6872-A6EC-3652C0892802}"/>
              </a:ext>
            </a:extLst>
          </p:cNvPr>
          <p:cNvSpPr/>
          <p:nvPr/>
        </p:nvSpPr>
        <p:spPr>
          <a:xfrm>
            <a:off x="342900" y="315913"/>
            <a:ext cx="1792660" cy="896297"/>
          </a:xfrm>
          <a:custGeom>
            <a:avLst/>
            <a:gdLst>
              <a:gd name="csX0" fmla="*/ 1692878 w 2630900"/>
              <a:gd name="csY0" fmla="*/ 193358 h 1315402"/>
              <a:gd name="csX1" fmla="*/ 1354931 w 2630900"/>
              <a:gd name="csY1" fmla="*/ 480346 h 1315402"/>
              <a:gd name="csX2" fmla="*/ 1692878 w 2630900"/>
              <a:gd name="csY2" fmla="*/ 480346 h 1315402"/>
              <a:gd name="csX3" fmla="*/ 1692878 w 2630900"/>
              <a:gd name="csY3" fmla="*/ 668941 h 1315402"/>
              <a:gd name="csX4" fmla="*/ 930878 w 2630900"/>
              <a:gd name="csY4" fmla="*/ 1315403 h 1315402"/>
              <a:gd name="csX5" fmla="*/ 930878 w 2630900"/>
              <a:gd name="csY5" fmla="*/ 1063752 h 1315402"/>
              <a:gd name="csX6" fmla="*/ 1396460 w 2630900"/>
              <a:gd name="csY6" fmla="*/ 668941 h 1315402"/>
              <a:gd name="csX7" fmla="*/ 1056894 w 2630900"/>
              <a:gd name="csY7" fmla="*/ 668941 h 1315402"/>
              <a:gd name="csX8" fmla="*/ 1056894 w 2630900"/>
              <a:gd name="csY8" fmla="*/ 480346 h 1315402"/>
              <a:gd name="csX9" fmla="*/ 1395603 w 2630900"/>
              <a:gd name="csY9" fmla="*/ 193358 h 1315402"/>
              <a:gd name="csX10" fmla="*/ 930878 w 2630900"/>
              <a:gd name="csY10" fmla="*/ 193358 h 1315402"/>
              <a:gd name="csX11" fmla="*/ 930878 w 2630900"/>
              <a:gd name="csY11" fmla="*/ 0 h 1315402"/>
              <a:gd name="csX12" fmla="*/ 1692878 w 2630900"/>
              <a:gd name="csY12" fmla="*/ 0 h 1315402"/>
              <a:gd name="csX13" fmla="*/ 1692878 w 2630900"/>
              <a:gd name="csY13" fmla="*/ 193358 h 1315402"/>
              <a:gd name="csX14" fmla="*/ 646367 w 2630900"/>
              <a:gd name="csY14" fmla="*/ 381 h 1315402"/>
              <a:gd name="csX15" fmla="*/ 646367 w 2630900"/>
              <a:gd name="csY15" fmla="*/ 468059 h 1315402"/>
              <a:gd name="csX16" fmla="*/ 250031 w 2630900"/>
              <a:gd name="csY16" fmla="*/ 857 h 1315402"/>
              <a:gd name="csX17" fmla="*/ 0 w 2630900"/>
              <a:gd name="csY17" fmla="*/ 857 h 1315402"/>
              <a:gd name="csX18" fmla="*/ 646367 w 2630900"/>
              <a:gd name="csY18" fmla="*/ 765143 h 1315402"/>
              <a:gd name="csX19" fmla="*/ 839629 w 2630900"/>
              <a:gd name="csY19" fmla="*/ 765143 h 1315402"/>
              <a:gd name="csX20" fmla="*/ 839629 w 2630900"/>
              <a:gd name="csY20" fmla="*/ 381 h 1315402"/>
              <a:gd name="csX21" fmla="*/ 646367 w 2630900"/>
              <a:gd name="csY21" fmla="*/ 381 h 1315402"/>
              <a:gd name="csX22" fmla="*/ 2630900 w 2630900"/>
              <a:gd name="csY22" fmla="*/ 765048 h 1315402"/>
              <a:gd name="csX23" fmla="*/ 1984439 w 2630900"/>
              <a:gd name="csY23" fmla="*/ 381 h 1315402"/>
              <a:gd name="csX24" fmla="*/ 1790986 w 2630900"/>
              <a:gd name="csY24" fmla="*/ 381 h 1315402"/>
              <a:gd name="csX25" fmla="*/ 1790986 w 2630900"/>
              <a:gd name="csY25" fmla="*/ 766763 h 1315402"/>
              <a:gd name="csX26" fmla="*/ 1984439 w 2630900"/>
              <a:gd name="csY26" fmla="*/ 766763 h 1315402"/>
              <a:gd name="csX27" fmla="*/ 1984439 w 2630900"/>
              <a:gd name="csY27" fmla="*/ 298990 h 1315402"/>
              <a:gd name="csX28" fmla="*/ 2380869 w 2630900"/>
              <a:gd name="csY28" fmla="*/ 765143 h 1315402"/>
              <a:gd name="csX29" fmla="*/ 2630900 w 2630900"/>
              <a:gd name="csY29" fmla="*/ 765143 h 13154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2630900" h="1315402">
                <a:moveTo>
                  <a:pt x="1692878" y="193358"/>
                </a:moveTo>
                <a:lnTo>
                  <a:pt x="1354931" y="480346"/>
                </a:lnTo>
                <a:lnTo>
                  <a:pt x="1692878" y="480346"/>
                </a:lnTo>
                <a:lnTo>
                  <a:pt x="1692878" y="668941"/>
                </a:lnTo>
                <a:lnTo>
                  <a:pt x="930878" y="1315403"/>
                </a:lnTo>
                <a:lnTo>
                  <a:pt x="930878" y="1063752"/>
                </a:lnTo>
                <a:cubicBezTo>
                  <a:pt x="930878" y="1063752"/>
                  <a:pt x="1396460" y="668941"/>
                  <a:pt x="1396460" y="668941"/>
                </a:cubicBezTo>
                <a:lnTo>
                  <a:pt x="1056894" y="668941"/>
                </a:lnTo>
                <a:lnTo>
                  <a:pt x="1056894" y="480346"/>
                </a:lnTo>
                <a:lnTo>
                  <a:pt x="1395603" y="193358"/>
                </a:lnTo>
                <a:lnTo>
                  <a:pt x="930878" y="193358"/>
                </a:lnTo>
                <a:lnTo>
                  <a:pt x="930878" y="0"/>
                </a:lnTo>
                <a:lnTo>
                  <a:pt x="1692878" y="0"/>
                </a:lnTo>
                <a:lnTo>
                  <a:pt x="1692878" y="193358"/>
                </a:lnTo>
                <a:close/>
                <a:moveTo>
                  <a:pt x="646367" y="381"/>
                </a:moveTo>
                <a:lnTo>
                  <a:pt x="646367" y="468059"/>
                </a:lnTo>
                <a:lnTo>
                  <a:pt x="250031" y="857"/>
                </a:lnTo>
                <a:lnTo>
                  <a:pt x="0" y="857"/>
                </a:lnTo>
                <a:lnTo>
                  <a:pt x="646367" y="765143"/>
                </a:lnTo>
                <a:lnTo>
                  <a:pt x="839629" y="765143"/>
                </a:lnTo>
                <a:lnTo>
                  <a:pt x="839629" y="381"/>
                </a:lnTo>
                <a:lnTo>
                  <a:pt x="646367" y="381"/>
                </a:lnTo>
                <a:close/>
                <a:moveTo>
                  <a:pt x="2630900" y="765048"/>
                </a:moveTo>
                <a:lnTo>
                  <a:pt x="1984439" y="381"/>
                </a:lnTo>
                <a:lnTo>
                  <a:pt x="1790986" y="381"/>
                </a:lnTo>
                <a:lnTo>
                  <a:pt x="1790986" y="766763"/>
                </a:lnTo>
                <a:lnTo>
                  <a:pt x="1984439" y="766763"/>
                </a:lnTo>
                <a:lnTo>
                  <a:pt x="1984439" y="298990"/>
                </a:lnTo>
                <a:lnTo>
                  <a:pt x="2380869" y="765143"/>
                </a:lnTo>
                <a:lnTo>
                  <a:pt x="2630900" y="765143"/>
                </a:lnTo>
                <a:close/>
              </a:path>
            </a:pathLst>
          </a:custGeom>
          <a:solidFill>
            <a:srgbClr val="FFCB05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B395D211-F713-4D5C-1E00-FAB6C3A921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1195" y="-531440"/>
            <a:ext cx="1683130" cy="334848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D480A4E7-F171-2215-E203-3F8DBFC896FB}"/>
              </a:ext>
            </a:extLst>
          </p:cNvPr>
          <p:cNvSpPr txBox="1"/>
          <p:nvPr/>
        </p:nvSpPr>
        <p:spPr>
          <a:xfrm>
            <a:off x="2648761" y="2854562"/>
            <a:ext cx="6894478" cy="1148876"/>
          </a:xfrm>
          <a:prstGeom prst="rect">
            <a:avLst/>
          </a:prstGeom>
          <a:noFill/>
        </p:spPr>
        <p:txBody>
          <a:bodyPr wrap="square" tIns="36000" bIns="36000" rtlCol="0">
            <a:noAutofit/>
          </a:bodyPr>
          <a:lstStyle/>
          <a:p>
            <a:pPr algn="ctr">
              <a:lnSpc>
                <a:spcPts val="8000"/>
              </a:lnSpc>
            </a:pPr>
            <a:r>
              <a:rPr lang="pt-BR" sz="6000" dirty="0">
                <a:solidFill>
                  <a:srgbClr val="636466"/>
                </a:solidFill>
                <a:latin typeface="Geologica ExtraBold" pitchFamily="2" charset="0"/>
              </a:rPr>
              <a:t>Total de 03 peças</a:t>
            </a:r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1D16A164-0E11-E678-5933-1CF2644DEAD1}"/>
              </a:ext>
            </a:extLst>
          </p:cNvPr>
          <p:cNvSpPr/>
          <p:nvPr/>
        </p:nvSpPr>
        <p:spPr>
          <a:xfrm>
            <a:off x="9552384" y="208243"/>
            <a:ext cx="2293541" cy="107670"/>
          </a:xfrm>
          <a:custGeom>
            <a:avLst/>
            <a:gdLst>
              <a:gd name="csX0" fmla="*/ 1824894 w 3465481"/>
              <a:gd name="csY0" fmla="*/ 72961 h 162687"/>
              <a:gd name="csX1" fmla="*/ 1811655 w 3465481"/>
              <a:gd name="csY1" fmla="*/ 110870 h 162687"/>
              <a:gd name="csX2" fmla="*/ 1838134 w 3465481"/>
              <a:gd name="csY2" fmla="*/ 110870 h 162687"/>
              <a:gd name="csX3" fmla="*/ 405955 w 3465481"/>
              <a:gd name="csY3" fmla="*/ 66960 h 162687"/>
              <a:gd name="csX4" fmla="*/ 405955 w 3465481"/>
              <a:gd name="csY4" fmla="*/ 94963 h 162687"/>
              <a:gd name="csX5" fmla="*/ 422243 w 3465481"/>
              <a:gd name="csY5" fmla="*/ 94963 h 162687"/>
              <a:gd name="csX6" fmla="*/ 435006 w 3465481"/>
              <a:gd name="csY6" fmla="*/ 91820 h 162687"/>
              <a:gd name="csX7" fmla="*/ 439578 w 3465481"/>
              <a:gd name="csY7" fmla="*/ 81152 h 162687"/>
              <a:gd name="csX8" fmla="*/ 434816 w 3465481"/>
              <a:gd name="csY8" fmla="*/ 70198 h 162687"/>
              <a:gd name="csX9" fmla="*/ 422433 w 3465481"/>
              <a:gd name="csY9" fmla="*/ 66960 h 162687"/>
              <a:gd name="csX10" fmla="*/ 774191 w 3465481"/>
              <a:gd name="csY10" fmla="*/ 65722 h 162687"/>
              <a:gd name="csX11" fmla="*/ 774191 w 3465481"/>
              <a:gd name="csY11" fmla="*/ 92296 h 162687"/>
              <a:gd name="csX12" fmla="*/ 788860 w 3465481"/>
              <a:gd name="csY12" fmla="*/ 92296 h 162687"/>
              <a:gd name="csX13" fmla="*/ 801433 w 3465481"/>
              <a:gd name="csY13" fmla="*/ 89248 h 162687"/>
              <a:gd name="csX14" fmla="*/ 806005 w 3465481"/>
              <a:gd name="csY14" fmla="*/ 79057 h 162687"/>
              <a:gd name="csX15" fmla="*/ 801623 w 3465481"/>
              <a:gd name="csY15" fmla="*/ 68770 h 162687"/>
              <a:gd name="csX16" fmla="*/ 789336 w 3465481"/>
              <a:gd name="csY16" fmla="*/ 65722 h 162687"/>
              <a:gd name="csX17" fmla="*/ 3407854 w 3465481"/>
              <a:gd name="csY17" fmla="*/ 60007 h 162687"/>
              <a:gd name="csX18" fmla="*/ 3386233 w 3465481"/>
              <a:gd name="csY18" fmla="*/ 115918 h 162687"/>
              <a:gd name="csX19" fmla="*/ 3386328 w 3465481"/>
              <a:gd name="csY19" fmla="*/ 115918 h 162687"/>
              <a:gd name="csX20" fmla="*/ 3430524 w 3465481"/>
              <a:gd name="csY20" fmla="*/ 115918 h 162687"/>
              <a:gd name="csX21" fmla="*/ 2844355 w 3465481"/>
              <a:gd name="csY21" fmla="*/ 60007 h 162687"/>
              <a:gd name="csX22" fmla="*/ 2822733 w 3465481"/>
              <a:gd name="csY22" fmla="*/ 115918 h 162687"/>
              <a:gd name="csX23" fmla="*/ 2822828 w 3465481"/>
              <a:gd name="csY23" fmla="*/ 115918 h 162687"/>
              <a:gd name="csX24" fmla="*/ 2867024 w 3465481"/>
              <a:gd name="csY24" fmla="*/ 115918 h 162687"/>
              <a:gd name="csX25" fmla="*/ 2107786 w 3465481"/>
              <a:gd name="csY25" fmla="*/ 54958 h 162687"/>
              <a:gd name="csX26" fmla="*/ 2107786 w 3465481"/>
              <a:gd name="csY26" fmla="*/ 144970 h 162687"/>
              <a:gd name="csX27" fmla="*/ 2107691 w 3465481"/>
              <a:gd name="csY27" fmla="*/ 145065 h 162687"/>
              <a:gd name="csX28" fmla="*/ 2125217 w 3465481"/>
              <a:gd name="csY28" fmla="*/ 145065 h 162687"/>
              <a:gd name="csX29" fmla="*/ 2144172 w 3465481"/>
              <a:gd name="csY29" fmla="*/ 141922 h 162687"/>
              <a:gd name="csX30" fmla="*/ 2158745 w 3465481"/>
              <a:gd name="csY30" fmla="*/ 132873 h 162687"/>
              <a:gd name="csX31" fmla="*/ 2168080 w 3465481"/>
              <a:gd name="csY31" fmla="*/ 118776 h 162687"/>
              <a:gd name="csX32" fmla="*/ 2171414 w 3465481"/>
              <a:gd name="csY32" fmla="*/ 100107 h 162687"/>
              <a:gd name="csX33" fmla="*/ 2165698 w 3465481"/>
              <a:gd name="csY33" fmla="*/ 76104 h 162687"/>
              <a:gd name="csX34" fmla="*/ 2149601 w 3465481"/>
              <a:gd name="csY34" fmla="*/ 60483 h 162687"/>
              <a:gd name="csX35" fmla="*/ 2125313 w 3465481"/>
              <a:gd name="csY35" fmla="*/ 54958 h 162687"/>
              <a:gd name="csX36" fmla="*/ 3008280 w 3465481"/>
              <a:gd name="csY36" fmla="*/ 54006 h 162687"/>
              <a:gd name="csX37" fmla="*/ 3008280 w 3465481"/>
              <a:gd name="csY37" fmla="*/ 96392 h 162687"/>
              <a:gd name="csX38" fmla="*/ 3033331 w 3465481"/>
              <a:gd name="csY38" fmla="*/ 96392 h 162687"/>
              <a:gd name="csX39" fmla="*/ 3052857 w 3465481"/>
              <a:gd name="csY39" fmla="*/ 90963 h 162687"/>
              <a:gd name="csX40" fmla="*/ 3059810 w 3465481"/>
              <a:gd name="csY40" fmla="*/ 75723 h 162687"/>
              <a:gd name="csX41" fmla="*/ 3053619 w 3465481"/>
              <a:gd name="csY41" fmla="*/ 59816 h 162687"/>
              <a:gd name="csX42" fmla="*/ 3034950 w 3465481"/>
              <a:gd name="csY42" fmla="*/ 54006 h 162687"/>
              <a:gd name="csX43" fmla="*/ 1064418 w 3465481"/>
              <a:gd name="csY43" fmla="*/ 40005 h 162687"/>
              <a:gd name="csX44" fmla="*/ 1151095 w 3465481"/>
              <a:gd name="csY44" fmla="*/ 40005 h 162687"/>
              <a:gd name="csX45" fmla="*/ 1151095 w 3465481"/>
              <a:gd name="csY45" fmla="*/ 67247 h 162687"/>
              <a:gd name="csX46" fmla="*/ 1095946 w 3465481"/>
              <a:gd name="csY46" fmla="*/ 67247 h 162687"/>
              <a:gd name="csX47" fmla="*/ 1095946 w 3465481"/>
              <a:gd name="csY47" fmla="*/ 86201 h 162687"/>
              <a:gd name="csX48" fmla="*/ 1141666 w 3465481"/>
              <a:gd name="csY48" fmla="*/ 86201 h 162687"/>
              <a:gd name="csX49" fmla="*/ 1141666 w 3465481"/>
              <a:gd name="csY49" fmla="*/ 111252 h 162687"/>
              <a:gd name="csX50" fmla="*/ 1095946 w 3465481"/>
              <a:gd name="csY50" fmla="*/ 111252 h 162687"/>
              <a:gd name="csX51" fmla="*/ 1095946 w 3465481"/>
              <a:gd name="csY51" fmla="*/ 132398 h 162687"/>
              <a:gd name="csX52" fmla="*/ 1151762 w 3465481"/>
              <a:gd name="csY52" fmla="*/ 132398 h 162687"/>
              <a:gd name="csX53" fmla="*/ 1151762 w 3465481"/>
              <a:gd name="csY53" fmla="*/ 160020 h 162687"/>
              <a:gd name="csX54" fmla="*/ 1064418 w 3465481"/>
              <a:gd name="csY54" fmla="*/ 160020 h 162687"/>
              <a:gd name="csX55" fmla="*/ 3400044 w 3465481"/>
              <a:gd name="csY55" fmla="*/ 40004 h 162687"/>
              <a:gd name="csX56" fmla="*/ 3416808 w 3465481"/>
              <a:gd name="csY56" fmla="*/ 40004 h 162687"/>
              <a:gd name="csX57" fmla="*/ 3465481 w 3465481"/>
              <a:gd name="csY57" fmla="*/ 160019 h 162687"/>
              <a:gd name="csX58" fmla="*/ 3447288 w 3465481"/>
              <a:gd name="csY58" fmla="*/ 160019 h 162687"/>
              <a:gd name="csX59" fmla="*/ 3435382 w 3465481"/>
              <a:gd name="csY59" fmla="*/ 129920 h 162687"/>
              <a:gd name="csX60" fmla="*/ 3381851 w 3465481"/>
              <a:gd name="csY60" fmla="*/ 129920 h 162687"/>
              <a:gd name="csX61" fmla="*/ 3370421 w 3465481"/>
              <a:gd name="csY61" fmla="*/ 160019 h 162687"/>
              <a:gd name="csX62" fmla="*/ 3352800 w 3465481"/>
              <a:gd name="csY62" fmla="*/ 160019 h 162687"/>
              <a:gd name="csX63" fmla="*/ 2992183 w 3465481"/>
              <a:gd name="csY63" fmla="*/ 40004 h 162687"/>
              <a:gd name="csX64" fmla="*/ 3036379 w 3465481"/>
              <a:gd name="csY64" fmla="*/ 40004 h 162687"/>
              <a:gd name="csX65" fmla="*/ 3057429 w 3465481"/>
              <a:gd name="csY65" fmla="*/ 44290 h 162687"/>
              <a:gd name="csX66" fmla="*/ 3071145 w 3465481"/>
              <a:gd name="csY66" fmla="*/ 56482 h 162687"/>
              <a:gd name="csX67" fmla="*/ 3076003 w 3465481"/>
              <a:gd name="csY67" fmla="*/ 75151 h 162687"/>
              <a:gd name="csX68" fmla="*/ 3072098 w 3465481"/>
              <a:gd name="csY68" fmla="*/ 91058 h 162687"/>
              <a:gd name="csX69" fmla="*/ 3060953 w 3465481"/>
              <a:gd name="csY69" fmla="*/ 102298 h 162687"/>
              <a:gd name="csX70" fmla="*/ 3044189 w 3465481"/>
              <a:gd name="csY70" fmla="*/ 108108 h 162687"/>
              <a:gd name="csX71" fmla="*/ 3081623 w 3465481"/>
              <a:gd name="csY71" fmla="*/ 160019 h 162687"/>
              <a:gd name="csX72" fmla="*/ 3061906 w 3465481"/>
              <a:gd name="csY72" fmla="*/ 160019 h 162687"/>
              <a:gd name="csX73" fmla="*/ 3026568 w 3465481"/>
              <a:gd name="csY73" fmla="*/ 110203 h 162687"/>
              <a:gd name="csX74" fmla="*/ 3008280 w 3465481"/>
              <a:gd name="csY74" fmla="*/ 110203 h 162687"/>
              <a:gd name="csX75" fmla="*/ 3008280 w 3465481"/>
              <a:gd name="csY75" fmla="*/ 160019 h 162687"/>
              <a:gd name="csX76" fmla="*/ 2992183 w 3465481"/>
              <a:gd name="csY76" fmla="*/ 160019 h 162687"/>
              <a:gd name="csX77" fmla="*/ 2836449 w 3465481"/>
              <a:gd name="csY77" fmla="*/ 40004 h 162687"/>
              <a:gd name="csX78" fmla="*/ 2853213 w 3465481"/>
              <a:gd name="csY78" fmla="*/ 40004 h 162687"/>
              <a:gd name="csX79" fmla="*/ 2901886 w 3465481"/>
              <a:gd name="csY79" fmla="*/ 160019 h 162687"/>
              <a:gd name="csX80" fmla="*/ 2883693 w 3465481"/>
              <a:gd name="csY80" fmla="*/ 160019 h 162687"/>
              <a:gd name="csX81" fmla="*/ 2871787 w 3465481"/>
              <a:gd name="csY81" fmla="*/ 129920 h 162687"/>
              <a:gd name="csX82" fmla="*/ 2818256 w 3465481"/>
              <a:gd name="csY82" fmla="*/ 129920 h 162687"/>
              <a:gd name="csX83" fmla="*/ 2806826 w 3465481"/>
              <a:gd name="csY83" fmla="*/ 160019 h 162687"/>
              <a:gd name="csX84" fmla="*/ 2789205 w 3465481"/>
              <a:gd name="csY84" fmla="*/ 160019 h 162687"/>
              <a:gd name="csX85" fmla="*/ 2575559 w 3465481"/>
              <a:gd name="csY85" fmla="*/ 40004 h 162687"/>
              <a:gd name="csX86" fmla="*/ 2591275 w 3465481"/>
              <a:gd name="csY86" fmla="*/ 40004 h 162687"/>
              <a:gd name="csX87" fmla="*/ 2638228 w 3465481"/>
              <a:gd name="csY87" fmla="*/ 115878 h 162687"/>
              <a:gd name="csX88" fmla="*/ 2635186 w 3465481"/>
              <a:gd name="csY88" fmla="*/ 120967 h 162687"/>
              <a:gd name="csX89" fmla="*/ 2641377 w 3465481"/>
              <a:gd name="csY89" fmla="*/ 120967 h 162687"/>
              <a:gd name="csX90" fmla="*/ 2638228 w 3465481"/>
              <a:gd name="csY90" fmla="*/ 115878 h 162687"/>
              <a:gd name="csX91" fmla="*/ 2683572 w 3465481"/>
              <a:gd name="csY91" fmla="*/ 40004 h 162687"/>
              <a:gd name="csX92" fmla="*/ 2698813 w 3465481"/>
              <a:gd name="csY92" fmla="*/ 40004 h 162687"/>
              <a:gd name="csX93" fmla="*/ 2698813 w 3465481"/>
              <a:gd name="csY93" fmla="*/ 160019 h 162687"/>
              <a:gd name="csX94" fmla="*/ 2683001 w 3465481"/>
              <a:gd name="csY94" fmla="*/ 160019 h 162687"/>
              <a:gd name="csX95" fmla="*/ 2683180 w 3465481"/>
              <a:gd name="csY95" fmla="*/ 68112 h 162687"/>
              <a:gd name="csX96" fmla="*/ 2686335 w 3465481"/>
              <a:gd name="csY96" fmla="*/ 62959 h 162687"/>
              <a:gd name="csX97" fmla="*/ 2683192 w 3465481"/>
              <a:gd name="csY97" fmla="*/ 61912 h 162687"/>
              <a:gd name="csX98" fmla="*/ 2683180 w 3465481"/>
              <a:gd name="csY98" fmla="*/ 68112 h 162687"/>
              <a:gd name="csX99" fmla="*/ 2643472 w 3465481"/>
              <a:gd name="csY99" fmla="*/ 132968 h 162687"/>
              <a:gd name="csX100" fmla="*/ 2630995 w 3465481"/>
              <a:gd name="csY100" fmla="*/ 132968 h 162687"/>
              <a:gd name="csX101" fmla="*/ 2590142 w 3465481"/>
              <a:gd name="csY101" fmla="*/ 66975 h 162687"/>
              <a:gd name="csX102" fmla="*/ 2590132 w 3465481"/>
              <a:gd name="csY102" fmla="*/ 61912 h 162687"/>
              <a:gd name="csX103" fmla="*/ 2587656 w 3465481"/>
              <a:gd name="csY103" fmla="*/ 62959 h 162687"/>
              <a:gd name="csX104" fmla="*/ 2590142 w 3465481"/>
              <a:gd name="csY104" fmla="*/ 66975 h 162687"/>
              <a:gd name="csX105" fmla="*/ 2590323 w 3465481"/>
              <a:gd name="csY105" fmla="*/ 160019 h 162687"/>
              <a:gd name="csX106" fmla="*/ 2575559 w 3465481"/>
              <a:gd name="csY106" fmla="*/ 160019 h 162687"/>
              <a:gd name="csX107" fmla="*/ 2284952 w 3465481"/>
              <a:gd name="csY107" fmla="*/ 40004 h 162687"/>
              <a:gd name="csX108" fmla="*/ 2360199 w 3465481"/>
              <a:gd name="csY108" fmla="*/ 40004 h 162687"/>
              <a:gd name="csX109" fmla="*/ 2360199 w 3465481"/>
              <a:gd name="csY109" fmla="*/ 54387 h 162687"/>
              <a:gd name="csX110" fmla="*/ 2301049 w 3465481"/>
              <a:gd name="csY110" fmla="*/ 54387 h 162687"/>
              <a:gd name="csX111" fmla="*/ 2301049 w 3465481"/>
              <a:gd name="csY111" fmla="*/ 90106 h 162687"/>
              <a:gd name="csX112" fmla="*/ 2352580 w 3465481"/>
              <a:gd name="csY112" fmla="*/ 90106 h 162687"/>
              <a:gd name="csX113" fmla="*/ 2352580 w 3465481"/>
              <a:gd name="csY113" fmla="*/ 103917 h 162687"/>
              <a:gd name="csX114" fmla="*/ 2301049 w 3465481"/>
              <a:gd name="csY114" fmla="*/ 103917 h 162687"/>
              <a:gd name="csX115" fmla="*/ 2301049 w 3465481"/>
              <a:gd name="csY115" fmla="*/ 145541 h 162687"/>
              <a:gd name="csX116" fmla="*/ 2360771 w 3465481"/>
              <a:gd name="csY116" fmla="*/ 145541 h 162687"/>
              <a:gd name="csX117" fmla="*/ 2360771 w 3465481"/>
              <a:gd name="csY117" fmla="*/ 160019 h 162687"/>
              <a:gd name="csX118" fmla="*/ 2284952 w 3465481"/>
              <a:gd name="csY118" fmla="*/ 160019 h 162687"/>
              <a:gd name="csX119" fmla="*/ 2091594 w 3465481"/>
              <a:gd name="csY119" fmla="*/ 40004 h 162687"/>
              <a:gd name="csX120" fmla="*/ 2127884 w 3465481"/>
              <a:gd name="csY120" fmla="*/ 40004 h 162687"/>
              <a:gd name="csX121" fmla="*/ 2159126 w 3465481"/>
              <a:gd name="csY121" fmla="*/ 47624 h 162687"/>
              <a:gd name="csX122" fmla="*/ 2180462 w 3465481"/>
              <a:gd name="csY122" fmla="*/ 68865 h 162687"/>
              <a:gd name="csX123" fmla="*/ 2188177 w 3465481"/>
              <a:gd name="csY123" fmla="*/ 100012 h 162687"/>
              <a:gd name="csX124" fmla="*/ 2183796 w 3465481"/>
              <a:gd name="csY124" fmla="*/ 124110 h 162687"/>
              <a:gd name="csX125" fmla="*/ 2171318 w 3465481"/>
              <a:gd name="csY125" fmla="*/ 143065 h 162687"/>
              <a:gd name="csX126" fmla="*/ 2152173 w 3465481"/>
              <a:gd name="csY126" fmla="*/ 155447 h 162687"/>
              <a:gd name="csX127" fmla="*/ 2127884 w 3465481"/>
              <a:gd name="csY127" fmla="*/ 159829 h 162687"/>
              <a:gd name="csX128" fmla="*/ 2091594 w 3465481"/>
              <a:gd name="csY128" fmla="*/ 159829 h 162687"/>
              <a:gd name="csX129" fmla="*/ 1806892 w 3465481"/>
              <a:gd name="csY129" fmla="*/ 40004 h 162687"/>
              <a:gd name="csX130" fmla="*/ 1843944 w 3465481"/>
              <a:gd name="csY130" fmla="*/ 40004 h 162687"/>
              <a:gd name="csX131" fmla="*/ 1888331 w 3465481"/>
              <a:gd name="csY131" fmla="*/ 160019 h 162687"/>
              <a:gd name="csX132" fmla="*/ 1852803 w 3465481"/>
              <a:gd name="csY132" fmla="*/ 160019 h 162687"/>
              <a:gd name="csX133" fmla="*/ 1845278 w 3465481"/>
              <a:gd name="csY133" fmla="*/ 137159 h 162687"/>
              <a:gd name="csX134" fmla="*/ 1804701 w 3465481"/>
              <a:gd name="csY134" fmla="*/ 137159 h 162687"/>
              <a:gd name="csX135" fmla="*/ 1797272 w 3465481"/>
              <a:gd name="csY135" fmla="*/ 160019 h 162687"/>
              <a:gd name="csX136" fmla="*/ 1762601 w 3465481"/>
              <a:gd name="csY136" fmla="*/ 160019 h 162687"/>
              <a:gd name="csX137" fmla="*/ 1645253 w 3465481"/>
              <a:gd name="csY137" fmla="*/ 40004 h 162687"/>
              <a:gd name="csX138" fmla="*/ 1676781 w 3465481"/>
              <a:gd name="csY138" fmla="*/ 40004 h 162687"/>
              <a:gd name="csX139" fmla="*/ 1676781 w 3465481"/>
              <a:gd name="csY139" fmla="*/ 160019 h 162687"/>
              <a:gd name="csX140" fmla="*/ 1645253 w 3465481"/>
              <a:gd name="csY140" fmla="*/ 160019 h 162687"/>
              <a:gd name="csX141" fmla="*/ 1246632 w 3465481"/>
              <a:gd name="csY141" fmla="*/ 40004 h 162687"/>
              <a:gd name="csX142" fmla="*/ 1277969 w 3465481"/>
              <a:gd name="csY142" fmla="*/ 40004 h 162687"/>
              <a:gd name="csX143" fmla="*/ 1323689 w 3465481"/>
              <a:gd name="csY143" fmla="*/ 108965 h 162687"/>
              <a:gd name="csX144" fmla="*/ 1323689 w 3465481"/>
              <a:gd name="csY144" fmla="*/ 40004 h 162687"/>
              <a:gd name="csX145" fmla="*/ 1354169 w 3465481"/>
              <a:gd name="csY145" fmla="*/ 40004 h 162687"/>
              <a:gd name="csX146" fmla="*/ 1354169 w 3465481"/>
              <a:gd name="csY146" fmla="*/ 160019 h 162687"/>
              <a:gd name="csX147" fmla="*/ 1322832 w 3465481"/>
              <a:gd name="csY147" fmla="*/ 160019 h 162687"/>
              <a:gd name="csX148" fmla="*/ 1277112 w 3465481"/>
              <a:gd name="csY148" fmla="*/ 90010 h 162687"/>
              <a:gd name="csX149" fmla="*/ 1277112 w 3465481"/>
              <a:gd name="csY149" fmla="*/ 160019 h 162687"/>
              <a:gd name="csX150" fmla="*/ 1246632 w 3465481"/>
              <a:gd name="csY150" fmla="*/ 160019 h 162687"/>
              <a:gd name="csX151" fmla="*/ 933640 w 3465481"/>
              <a:gd name="csY151" fmla="*/ 40004 h 162687"/>
              <a:gd name="csX152" fmla="*/ 965168 w 3465481"/>
              <a:gd name="csY152" fmla="*/ 40004 h 162687"/>
              <a:gd name="csX153" fmla="*/ 965168 w 3465481"/>
              <a:gd name="csY153" fmla="*/ 160019 h 162687"/>
              <a:gd name="csX154" fmla="*/ 933640 w 3465481"/>
              <a:gd name="csY154" fmla="*/ 160019 h 162687"/>
              <a:gd name="csX155" fmla="*/ 742568 w 3465481"/>
              <a:gd name="csY155" fmla="*/ 40004 h 162687"/>
              <a:gd name="csX156" fmla="*/ 792384 w 3465481"/>
              <a:gd name="csY156" fmla="*/ 40004 h 162687"/>
              <a:gd name="csX157" fmla="*/ 816387 w 3465481"/>
              <a:gd name="csY157" fmla="*/ 44386 h 162687"/>
              <a:gd name="csX158" fmla="*/ 832293 w 3465481"/>
              <a:gd name="csY158" fmla="*/ 57054 h 162687"/>
              <a:gd name="csX159" fmla="*/ 837913 w 3465481"/>
              <a:gd name="csY159" fmla="*/ 77056 h 162687"/>
              <a:gd name="csX160" fmla="*/ 834675 w 3465481"/>
              <a:gd name="csY160" fmla="*/ 92487 h 162687"/>
              <a:gd name="csX161" fmla="*/ 826007 w 3465481"/>
              <a:gd name="csY161" fmla="*/ 103726 h 162687"/>
              <a:gd name="csX162" fmla="*/ 813720 w 3465481"/>
              <a:gd name="csY162" fmla="*/ 110584 h 162687"/>
              <a:gd name="csX163" fmla="*/ 844676 w 3465481"/>
              <a:gd name="csY163" fmla="*/ 160114 h 162687"/>
              <a:gd name="csX164" fmla="*/ 807433 w 3465481"/>
              <a:gd name="csY164" fmla="*/ 160114 h 162687"/>
              <a:gd name="csX165" fmla="*/ 782859 w 3465481"/>
              <a:gd name="csY165" fmla="*/ 117347 h 162687"/>
              <a:gd name="csX166" fmla="*/ 774286 w 3465481"/>
              <a:gd name="csY166" fmla="*/ 117347 h 162687"/>
              <a:gd name="csX167" fmla="*/ 774286 w 3465481"/>
              <a:gd name="csY167" fmla="*/ 160114 h 162687"/>
              <a:gd name="csX168" fmla="*/ 742759 w 3465481"/>
              <a:gd name="csY168" fmla="*/ 160114 h 162687"/>
              <a:gd name="csX169" fmla="*/ 742568 w 3465481"/>
              <a:gd name="csY169" fmla="*/ 160019 h 162687"/>
              <a:gd name="csX170" fmla="*/ 560355 w 3465481"/>
              <a:gd name="csY170" fmla="*/ 40004 h 162687"/>
              <a:gd name="csX171" fmla="*/ 647032 w 3465481"/>
              <a:gd name="csY171" fmla="*/ 40004 h 162687"/>
              <a:gd name="csX172" fmla="*/ 647032 w 3465481"/>
              <a:gd name="csY172" fmla="*/ 67246 h 162687"/>
              <a:gd name="csX173" fmla="*/ 591883 w 3465481"/>
              <a:gd name="csY173" fmla="*/ 67246 h 162687"/>
              <a:gd name="csX174" fmla="*/ 591883 w 3465481"/>
              <a:gd name="csY174" fmla="*/ 86200 h 162687"/>
              <a:gd name="csX175" fmla="*/ 637603 w 3465481"/>
              <a:gd name="csY175" fmla="*/ 86200 h 162687"/>
              <a:gd name="csX176" fmla="*/ 637603 w 3465481"/>
              <a:gd name="csY176" fmla="*/ 111251 h 162687"/>
              <a:gd name="csX177" fmla="*/ 591883 w 3465481"/>
              <a:gd name="csY177" fmla="*/ 111251 h 162687"/>
              <a:gd name="csX178" fmla="*/ 591883 w 3465481"/>
              <a:gd name="csY178" fmla="*/ 132397 h 162687"/>
              <a:gd name="csX179" fmla="*/ 647699 w 3465481"/>
              <a:gd name="csY179" fmla="*/ 132397 h 162687"/>
              <a:gd name="csX180" fmla="*/ 647699 w 3465481"/>
              <a:gd name="csY180" fmla="*/ 160019 h 162687"/>
              <a:gd name="csX181" fmla="*/ 560355 w 3465481"/>
              <a:gd name="csY181" fmla="*/ 160019 h 162687"/>
              <a:gd name="csX182" fmla="*/ 374332 w 3465481"/>
              <a:gd name="csY182" fmla="*/ 40004 h 162687"/>
              <a:gd name="csX183" fmla="*/ 424053 w 3465481"/>
              <a:gd name="csY183" fmla="*/ 40004 h 162687"/>
              <a:gd name="csX184" fmla="*/ 448246 w 3465481"/>
              <a:gd name="csY184" fmla="*/ 44767 h 162687"/>
              <a:gd name="csX185" fmla="*/ 465010 w 3465481"/>
              <a:gd name="csY185" fmla="*/ 58673 h 162687"/>
              <a:gd name="csX186" fmla="*/ 471106 w 3465481"/>
              <a:gd name="csY186" fmla="*/ 80485 h 162687"/>
              <a:gd name="csX187" fmla="*/ 465486 w 3465481"/>
              <a:gd name="csY187" fmla="*/ 102488 h 162687"/>
              <a:gd name="csX188" fmla="*/ 449199 w 3465481"/>
              <a:gd name="csY188" fmla="*/ 116299 h 162687"/>
              <a:gd name="csX189" fmla="*/ 423386 w 3465481"/>
              <a:gd name="csY189" fmla="*/ 121062 h 162687"/>
              <a:gd name="csX190" fmla="*/ 405955 w 3465481"/>
              <a:gd name="csY190" fmla="*/ 121062 h 162687"/>
              <a:gd name="csX191" fmla="*/ 405955 w 3465481"/>
              <a:gd name="csY191" fmla="*/ 160019 h 162687"/>
              <a:gd name="csX192" fmla="*/ 374427 w 3465481"/>
              <a:gd name="csY192" fmla="*/ 160019 h 162687"/>
              <a:gd name="csX193" fmla="*/ 374332 w 3465481"/>
              <a:gd name="csY193" fmla="*/ 160019 h 162687"/>
              <a:gd name="csX194" fmla="*/ 171544 w 3465481"/>
              <a:gd name="csY194" fmla="*/ 40004 h 162687"/>
              <a:gd name="csX195" fmla="*/ 209549 w 3465481"/>
              <a:gd name="csY195" fmla="*/ 40004 h 162687"/>
              <a:gd name="csX196" fmla="*/ 229266 w 3465481"/>
              <a:gd name="csY196" fmla="*/ 74866 h 162687"/>
              <a:gd name="csX197" fmla="*/ 249364 w 3465481"/>
              <a:gd name="csY197" fmla="*/ 40004 h 162687"/>
              <a:gd name="csX198" fmla="*/ 286416 w 3465481"/>
              <a:gd name="csY198" fmla="*/ 40004 h 162687"/>
              <a:gd name="csX199" fmla="*/ 250888 w 3465481"/>
              <a:gd name="csY199" fmla="*/ 99535 h 162687"/>
              <a:gd name="csX200" fmla="*/ 287178 w 3465481"/>
              <a:gd name="csY200" fmla="*/ 160019 h 162687"/>
              <a:gd name="csX201" fmla="*/ 248792 w 3465481"/>
              <a:gd name="csY201" fmla="*/ 160019 h 162687"/>
              <a:gd name="csX202" fmla="*/ 228123 w 3465481"/>
              <a:gd name="csY202" fmla="*/ 122967 h 162687"/>
              <a:gd name="csX203" fmla="*/ 207739 w 3465481"/>
              <a:gd name="csY203" fmla="*/ 160019 h 162687"/>
              <a:gd name="csX204" fmla="*/ 170306 w 3465481"/>
              <a:gd name="csY204" fmla="*/ 160019 h 162687"/>
              <a:gd name="csX205" fmla="*/ 170211 w 3465481"/>
              <a:gd name="csY205" fmla="*/ 160019 h 162687"/>
              <a:gd name="csX206" fmla="*/ 206787 w 3465481"/>
              <a:gd name="csY206" fmla="*/ 98964 h 162687"/>
              <a:gd name="csX207" fmla="*/ 0 w 3465481"/>
              <a:gd name="csY207" fmla="*/ 40004 h 162687"/>
              <a:gd name="csX208" fmla="*/ 86678 w 3465481"/>
              <a:gd name="csY208" fmla="*/ 40004 h 162687"/>
              <a:gd name="csX209" fmla="*/ 86678 w 3465481"/>
              <a:gd name="csY209" fmla="*/ 67246 h 162687"/>
              <a:gd name="csX210" fmla="*/ 31528 w 3465481"/>
              <a:gd name="csY210" fmla="*/ 67246 h 162687"/>
              <a:gd name="csX211" fmla="*/ 31528 w 3465481"/>
              <a:gd name="csY211" fmla="*/ 86200 h 162687"/>
              <a:gd name="csX212" fmla="*/ 77248 w 3465481"/>
              <a:gd name="csY212" fmla="*/ 86200 h 162687"/>
              <a:gd name="csX213" fmla="*/ 77248 w 3465481"/>
              <a:gd name="csY213" fmla="*/ 111251 h 162687"/>
              <a:gd name="csX214" fmla="*/ 31528 w 3465481"/>
              <a:gd name="csY214" fmla="*/ 111251 h 162687"/>
              <a:gd name="csX215" fmla="*/ 31528 w 3465481"/>
              <a:gd name="csY215" fmla="*/ 132397 h 162687"/>
              <a:gd name="csX216" fmla="*/ 87344 w 3465481"/>
              <a:gd name="csY216" fmla="*/ 132397 h 162687"/>
              <a:gd name="csX217" fmla="*/ 87344 w 3465481"/>
              <a:gd name="csY217" fmla="*/ 160019 h 162687"/>
              <a:gd name="csX218" fmla="*/ 0 w 3465481"/>
              <a:gd name="csY218" fmla="*/ 160019 h 162687"/>
              <a:gd name="csX219" fmla="*/ 3229641 w 3465481"/>
              <a:gd name="csY219" fmla="*/ 37528 h 162687"/>
              <a:gd name="csX220" fmla="*/ 3252882 w 3465481"/>
              <a:gd name="csY220" fmla="*/ 40862 h 162687"/>
              <a:gd name="csX221" fmla="*/ 3270027 w 3465481"/>
              <a:gd name="csY221" fmla="*/ 50196 h 162687"/>
              <a:gd name="csX222" fmla="*/ 3261454 w 3465481"/>
              <a:gd name="csY222" fmla="*/ 63436 h 162687"/>
              <a:gd name="csX223" fmla="*/ 3247929 w 3465481"/>
              <a:gd name="csY223" fmla="*/ 55626 h 162687"/>
              <a:gd name="csX224" fmla="*/ 3230879 w 3465481"/>
              <a:gd name="csY224" fmla="*/ 53054 h 162687"/>
              <a:gd name="csX225" fmla="*/ 3211734 w 3465481"/>
              <a:gd name="csY225" fmla="*/ 56292 h 162687"/>
              <a:gd name="csX226" fmla="*/ 3197065 w 3465481"/>
              <a:gd name="csY226" fmla="*/ 65722 h 162687"/>
              <a:gd name="csX227" fmla="*/ 3187731 w 3465481"/>
              <a:gd name="csY227" fmla="*/ 80486 h 162687"/>
              <a:gd name="csX228" fmla="*/ 3184492 w 3465481"/>
              <a:gd name="csY228" fmla="*/ 99917 h 162687"/>
              <a:gd name="csX229" fmla="*/ 3190303 w 3465481"/>
              <a:gd name="csY229" fmla="*/ 125349 h 162687"/>
              <a:gd name="csX230" fmla="*/ 3206686 w 3465481"/>
              <a:gd name="csY230" fmla="*/ 141446 h 162687"/>
              <a:gd name="csX231" fmla="*/ 3231831 w 3465481"/>
              <a:gd name="csY231" fmla="*/ 146970 h 162687"/>
              <a:gd name="csX232" fmla="*/ 3249834 w 3465481"/>
              <a:gd name="csY232" fmla="*/ 144208 h 162687"/>
              <a:gd name="csX233" fmla="*/ 3266026 w 3465481"/>
              <a:gd name="csY233" fmla="*/ 135064 h 162687"/>
              <a:gd name="csX234" fmla="*/ 3273551 w 3465481"/>
              <a:gd name="csY234" fmla="*/ 148780 h 162687"/>
              <a:gd name="csX235" fmla="*/ 3253834 w 3465481"/>
              <a:gd name="csY235" fmla="*/ 159162 h 162687"/>
              <a:gd name="csX236" fmla="*/ 3229641 w 3465481"/>
              <a:gd name="csY236" fmla="*/ 162687 h 162687"/>
              <a:gd name="csX237" fmla="*/ 3229450 w 3465481"/>
              <a:gd name="csY237" fmla="*/ 162591 h 162687"/>
              <a:gd name="csX238" fmla="*/ 3196875 w 3465481"/>
              <a:gd name="csY238" fmla="*/ 154876 h 162687"/>
              <a:gd name="csX239" fmla="*/ 3175253 w 3465481"/>
              <a:gd name="csY239" fmla="*/ 133064 h 162687"/>
              <a:gd name="csX240" fmla="*/ 3167633 w 3465481"/>
              <a:gd name="csY240" fmla="*/ 100107 h 162687"/>
              <a:gd name="csX241" fmla="*/ 3172205 w 3465481"/>
              <a:gd name="csY241" fmla="*/ 75057 h 162687"/>
              <a:gd name="csX242" fmla="*/ 3185064 w 3465481"/>
              <a:gd name="csY242" fmla="*/ 55245 h 162687"/>
              <a:gd name="csX243" fmla="*/ 3204780 w 3465481"/>
              <a:gd name="csY243" fmla="*/ 42195 h 162687"/>
              <a:gd name="csX244" fmla="*/ 3229641 w 3465481"/>
              <a:gd name="csY244" fmla="*/ 37528 h 162687"/>
              <a:gd name="csX245" fmla="*/ 1509712 w 3465481"/>
              <a:gd name="csY245" fmla="*/ 37528 h 162687"/>
              <a:gd name="csX246" fmla="*/ 1535525 w 3465481"/>
              <a:gd name="csY246" fmla="*/ 41433 h 162687"/>
              <a:gd name="csX247" fmla="*/ 1554289 w 3465481"/>
              <a:gd name="csY247" fmla="*/ 52577 h 162687"/>
              <a:gd name="csX248" fmla="*/ 1538668 w 3465481"/>
              <a:gd name="csY248" fmla="*/ 78485 h 162687"/>
              <a:gd name="csX249" fmla="*/ 1527048 w 3465481"/>
              <a:gd name="csY249" fmla="*/ 70866 h 162687"/>
              <a:gd name="csX250" fmla="*/ 1511807 w 3465481"/>
              <a:gd name="csY250" fmla="*/ 68294 h 162687"/>
              <a:gd name="csX251" fmla="*/ 1497901 w 3465481"/>
              <a:gd name="csY251" fmla="*/ 70485 h 162687"/>
              <a:gd name="csX252" fmla="*/ 1487709 w 3465481"/>
              <a:gd name="csY252" fmla="*/ 76866 h 162687"/>
              <a:gd name="csX253" fmla="*/ 1481327 w 3465481"/>
              <a:gd name="csY253" fmla="*/ 86868 h 162687"/>
              <a:gd name="csX254" fmla="*/ 1479137 w 3465481"/>
              <a:gd name="csY254" fmla="*/ 100107 h 162687"/>
              <a:gd name="csX255" fmla="*/ 1483042 w 3465481"/>
              <a:gd name="csY255" fmla="*/ 117157 h 162687"/>
              <a:gd name="csX256" fmla="*/ 1494377 w 3465481"/>
              <a:gd name="csY256" fmla="*/ 128111 h 162687"/>
              <a:gd name="csX257" fmla="*/ 1512284 w 3465481"/>
              <a:gd name="csY257" fmla="*/ 131921 h 162687"/>
              <a:gd name="csX258" fmla="*/ 1527714 w 3465481"/>
              <a:gd name="csY258" fmla="*/ 129540 h 162687"/>
              <a:gd name="csX259" fmla="*/ 1542478 w 3465481"/>
              <a:gd name="csY259" fmla="*/ 122015 h 162687"/>
              <a:gd name="csX260" fmla="*/ 1556861 w 3465481"/>
              <a:gd name="csY260" fmla="*/ 148399 h 162687"/>
              <a:gd name="csX261" fmla="*/ 1536858 w 3465481"/>
              <a:gd name="csY261" fmla="*/ 158686 h 162687"/>
              <a:gd name="csX262" fmla="*/ 1509140 w 3465481"/>
              <a:gd name="csY262" fmla="*/ 162687 h 162687"/>
              <a:gd name="csX263" fmla="*/ 1509331 w 3465481"/>
              <a:gd name="csY263" fmla="*/ 162591 h 162687"/>
              <a:gd name="csX264" fmla="*/ 1476374 w 3465481"/>
              <a:gd name="csY264" fmla="*/ 154971 h 162687"/>
              <a:gd name="csX265" fmla="*/ 1454086 w 3465481"/>
              <a:gd name="csY265" fmla="*/ 133445 h 162687"/>
              <a:gd name="csX266" fmla="*/ 1446085 w 3465481"/>
              <a:gd name="csY266" fmla="*/ 100488 h 162687"/>
              <a:gd name="csX267" fmla="*/ 1450752 w 3465481"/>
              <a:gd name="csY267" fmla="*/ 75057 h 162687"/>
              <a:gd name="csX268" fmla="*/ 1463992 w 3465481"/>
              <a:gd name="csY268" fmla="*/ 55054 h 162687"/>
              <a:gd name="csX269" fmla="*/ 1484185 w 3465481"/>
              <a:gd name="csY269" fmla="*/ 42100 h 162687"/>
              <a:gd name="csX270" fmla="*/ 1509712 w 3465481"/>
              <a:gd name="csY270" fmla="*/ 37528 h 162687"/>
              <a:gd name="csX271" fmla="*/ 1093374 w 3465481"/>
              <a:gd name="csY271" fmla="*/ 0 h 162687"/>
              <a:gd name="csX272" fmla="*/ 1121378 w 3465481"/>
              <a:gd name="csY272" fmla="*/ 0 h 162687"/>
              <a:gd name="csX273" fmla="*/ 1148143 w 3465481"/>
              <a:gd name="csY273" fmla="*/ 29813 h 162687"/>
              <a:gd name="csX274" fmla="*/ 1117663 w 3465481"/>
              <a:gd name="csY274" fmla="*/ 29813 h 162687"/>
              <a:gd name="csX275" fmla="*/ 1106995 w 3465481"/>
              <a:gd name="csY275" fmla="*/ 17526 h 162687"/>
              <a:gd name="csX276" fmla="*/ 1096136 w 3465481"/>
              <a:gd name="csY276" fmla="*/ 29813 h 162687"/>
              <a:gd name="csX277" fmla="*/ 1066704 w 3465481"/>
              <a:gd name="csY277" fmla="*/ 29813 h 162687"/>
              <a:gd name="csX278" fmla="*/ 1066609 w 3465481"/>
              <a:gd name="csY278" fmla="*/ 29813 h 162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</a:cxnLst>
            <a:rect l="l" t="t" r="r" b="b"/>
            <a:pathLst>
              <a:path w="3465481" h="162687">
                <a:moveTo>
                  <a:pt x="1824894" y="72961"/>
                </a:moveTo>
                <a:lnTo>
                  <a:pt x="1811655" y="110870"/>
                </a:lnTo>
                <a:lnTo>
                  <a:pt x="1838134" y="110870"/>
                </a:lnTo>
                <a:close/>
                <a:moveTo>
                  <a:pt x="405955" y="66960"/>
                </a:moveTo>
                <a:lnTo>
                  <a:pt x="405955" y="94963"/>
                </a:lnTo>
                <a:lnTo>
                  <a:pt x="422243" y="94963"/>
                </a:lnTo>
                <a:cubicBezTo>
                  <a:pt x="427672" y="94963"/>
                  <a:pt x="431958" y="93916"/>
                  <a:pt x="435006" y="91820"/>
                </a:cubicBezTo>
                <a:cubicBezTo>
                  <a:pt x="438054" y="89725"/>
                  <a:pt x="439578" y="86105"/>
                  <a:pt x="439578" y="81152"/>
                </a:cubicBezTo>
                <a:cubicBezTo>
                  <a:pt x="439578" y="76199"/>
                  <a:pt x="437959" y="72389"/>
                  <a:pt x="434816" y="70198"/>
                </a:cubicBezTo>
                <a:cubicBezTo>
                  <a:pt x="431673" y="68103"/>
                  <a:pt x="427482" y="66960"/>
                  <a:pt x="422433" y="66960"/>
                </a:cubicBezTo>
                <a:close/>
                <a:moveTo>
                  <a:pt x="774191" y="65722"/>
                </a:moveTo>
                <a:lnTo>
                  <a:pt x="774191" y="92296"/>
                </a:lnTo>
                <a:lnTo>
                  <a:pt x="788860" y="92296"/>
                </a:lnTo>
                <a:cubicBezTo>
                  <a:pt x="794193" y="92296"/>
                  <a:pt x="798385" y="91249"/>
                  <a:pt x="801433" y="89248"/>
                </a:cubicBezTo>
                <a:cubicBezTo>
                  <a:pt x="804481" y="87248"/>
                  <a:pt x="806005" y="83819"/>
                  <a:pt x="806005" y="79057"/>
                </a:cubicBezTo>
                <a:cubicBezTo>
                  <a:pt x="806005" y="74294"/>
                  <a:pt x="804576" y="70770"/>
                  <a:pt x="801623" y="68770"/>
                </a:cubicBezTo>
                <a:cubicBezTo>
                  <a:pt x="798670" y="66674"/>
                  <a:pt x="794574" y="65722"/>
                  <a:pt x="789336" y="65722"/>
                </a:cubicBezTo>
                <a:close/>
                <a:moveTo>
                  <a:pt x="3407854" y="60007"/>
                </a:moveTo>
                <a:lnTo>
                  <a:pt x="3386233" y="115918"/>
                </a:lnTo>
                <a:lnTo>
                  <a:pt x="3386328" y="115918"/>
                </a:lnTo>
                <a:lnTo>
                  <a:pt x="3430524" y="115918"/>
                </a:lnTo>
                <a:close/>
                <a:moveTo>
                  <a:pt x="2844355" y="60007"/>
                </a:moveTo>
                <a:lnTo>
                  <a:pt x="2822733" y="115918"/>
                </a:lnTo>
                <a:lnTo>
                  <a:pt x="2822828" y="115918"/>
                </a:lnTo>
                <a:lnTo>
                  <a:pt x="2867024" y="115918"/>
                </a:lnTo>
                <a:close/>
                <a:moveTo>
                  <a:pt x="2107786" y="54958"/>
                </a:moveTo>
                <a:lnTo>
                  <a:pt x="2107786" y="144970"/>
                </a:lnTo>
                <a:lnTo>
                  <a:pt x="2107691" y="145065"/>
                </a:lnTo>
                <a:lnTo>
                  <a:pt x="2125217" y="145065"/>
                </a:lnTo>
                <a:cubicBezTo>
                  <a:pt x="2132171" y="145065"/>
                  <a:pt x="2138457" y="144017"/>
                  <a:pt x="2144172" y="141922"/>
                </a:cubicBezTo>
                <a:cubicBezTo>
                  <a:pt x="2149792" y="139826"/>
                  <a:pt x="2154650" y="136873"/>
                  <a:pt x="2158745" y="132873"/>
                </a:cubicBezTo>
                <a:cubicBezTo>
                  <a:pt x="2162841" y="128968"/>
                  <a:pt x="2165889" y="124205"/>
                  <a:pt x="2168080" y="118776"/>
                </a:cubicBezTo>
                <a:cubicBezTo>
                  <a:pt x="2170271" y="113347"/>
                  <a:pt x="2171414" y="107060"/>
                  <a:pt x="2171414" y="100107"/>
                </a:cubicBezTo>
                <a:cubicBezTo>
                  <a:pt x="2171414" y="90868"/>
                  <a:pt x="2169509" y="82962"/>
                  <a:pt x="2165698" y="76104"/>
                </a:cubicBezTo>
                <a:cubicBezTo>
                  <a:pt x="2161889" y="69246"/>
                  <a:pt x="2156555" y="64102"/>
                  <a:pt x="2149601" y="60483"/>
                </a:cubicBezTo>
                <a:cubicBezTo>
                  <a:pt x="2142743" y="56863"/>
                  <a:pt x="2134647" y="54958"/>
                  <a:pt x="2125313" y="54958"/>
                </a:cubicBezTo>
                <a:close/>
                <a:moveTo>
                  <a:pt x="3008280" y="54006"/>
                </a:moveTo>
                <a:lnTo>
                  <a:pt x="3008280" y="96392"/>
                </a:lnTo>
                <a:lnTo>
                  <a:pt x="3033331" y="96392"/>
                </a:lnTo>
                <a:cubicBezTo>
                  <a:pt x="3041713" y="96392"/>
                  <a:pt x="3048190" y="94582"/>
                  <a:pt x="3052857" y="90963"/>
                </a:cubicBezTo>
                <a:cubicBezTo>
                  <a:pt x="3057524" y="87343"/>
                  <a:pt x="3059810" y="82295"/>
                  <a:pt x="3059810" y="75723"/>
                </a:cubicBezTo>
                <a:cubicBezTo>
                  <a:pt x="3059810" y="69151"/>
                  <a:pt x="3057715" y="63626"/>
                  <a:pt x="3053619" y="59816"/>
                </a:cubicBezTo>
                <a:cubicBezTo>
                  <a:pt x="3049523" y="56006"/>
                  <a:pt x="3043237" y="54006"/>
                  <a:pt x="3034950" y="54006"/>
                </a:cubicBezTo>
                <a:close/>
                <a:moveTo>
                  <a:pt x="1064418" y="40005"/>
                </a:moveTo>
                <a:lnTo>
                  <a:pt x="1151095" y="40005"/>
                </a:lnTo>
                <a:lnTo>
                  <a:pt x="1151095" y="67247"/>
                </a:lnTo>
                <a:lnTo>
                  <a:pt x="1095946" y="67247"/>
                </a:lnTo>
                <a:lnTo>
                  <a:pt x="1095946" y="86201"/>
                </a:lnTo>
                <a:lnTo>
                  <a:pt x="1141666" y="86201"/>
                </a:lnTo>
                <a:lnTo>
                  <a:pt x="1141666" y="111252"/>
                </a:lnTo>
                <a:lnTo>
                  <a:pt x="1095946" y="111252"/>
                </a:lnTo>
                <a:lnTo>
                  <a:pt x="1095946" y="132398"/>
                </a:lnTo>
                <a:lnTo>
                  <a:pt x="1151762" y="132398"/>
                </a:lnTo>
                <a:lnTo>
                  <a:pt x="1151762" y="160020"/>
                </a:lnTo>
                <a:lnTo>
                  <a:pt x="1064418" y="160020"/>
                </a:lnTo>
                <a:close/>
                <a:moveTo>
                  <a:pt x="3400044" y="40004"/>
                </a:moveTo>
                <a:lnTo>
                  <a:pt x="3416808" y="40004"/>
                </a:lnTo>
                <a:lnTo>
                  <a:pt x="3465481" y="160019"/>
                </a:lnTo>
                <a:lnTo>
                  <a:pt x="3447288" y="160019"/>
                </a:lnTo>
                <a:lnTo>
                  <a:pt x="3435382" y="129920"/>
                </a:lnTo>
                <a:lnTo>
                  <a:pt x="3381851" y="129920"/>
                </a:lnTo>
                <a:lnTo>
                  <a:pt x="3370421" y="160019"/>
                </a:lnTo>
                <a:lnTo>
                  <a:pt x="3352800" y="160019"/>
                </a:lnTo>
                <a:close/>
                <a:moveTo>
                  <a:pt x="2992183" y="40004"/>
                </a:moveTo>
                <a:lnTo>
                  <a:pt x="3036379" y="40004"/>
                </a:lnTo>
                <a:cubicBezTo>
                  <a:pt x="3044475" y="40004"/>
                  <a:pt x="3051524" y="41433"/>
                  <a:pt x="3057429" y="44290"/>
                </a:cubicBezTo>
                <a:cubicBezTo>
                  <a:pt x="3063334" y="47148"/>
                  <a:pt x="3067907" y="51244"/>
                  <a:pt x="3071145" y="56482"/>
                </a:cubicBezTo>
                <a:cubicBezTo>
                  <a:pt x="3074384" y="61721"/>
                  <a:pt x="3076003" y="68008"/>
                  <a:pt x="3076003" y="75151"/>
                </a:cubicBezTo>
                <a:cubicBezTo>
                  <a:pt x="3076003" y="81152"/>
                  <a:pt x="3074669" y="86486"/>
                  <a:pt x="3072098" y="91058"/>
                </a:cubicBezTo>
                <a:cubicBezTo>
                  <a:pt x="3069431" y="95630"/>
                  <a:pt x="3065716" y="99440"/>
                  <a:pt x="3060953" y="102298"/>
                </a:cubicBezTo>
                <a:cubicBezTo>
                  <a:pt x="3056191" y="105155"/>
                  <a:pt x="3050571" y="107155"/>
                  <a:pt x="3044189" y="108108"/>
                </a:cubicBezTo>
                <a:lnTo>
                  <a:pt x="3081623" y="160019"/>
                </a:lnTo>
                <a:lnTo>
                  <a:pt x="3061906" y="160019"/>
                </a:lnTo>
                <a:lnTo>
                  <a:pt x="3026568" y="110203"/>
                </a:lnTo>
                <a:lnTo>
                  <a:pt x="3008280" y="110203"/>
                </a:lnTo>
                <a:lnTo>
                  <a:pt x="3008280" y="160019"/>
                </a:lnTo>
                <a:lnTo>
                  <a:pt x="2992183" y="160019"/>
                </a:lnTo>
                <a:close/>
                <a:moveTo>
                  <a:pt x="2836449" y="40004"/>
                </a:moveTo>
                <a:lnTo>
                  <a:pt x="2853213" y="40004"/>
                </a:lnTo>
                <a:lnTo>
                  <a:pt x="2901886" y="160019"/>
                </a:lnTo>
                <a:lnTo>
                  <a:pt x="2883693" y="160019"/>
                </a:lnTo>
                <a:lnTo>
                  <a:pt x="2871787" y="129920"/>
                </a:lnTo>
                <a:lnTo>
                  <a:pt x="2818256" y="129920"/>
                </a:lnTo>
                <a:lnTo>
                  <a:pt x="2806826" y="160019"/>
                </a:lnTo>
                <a:lnTo>
                  <a:pt x="2789205" y="160019"/>
                </a:lnTo>
                <a:close/>
                <a:moveTo>
                  <a:pt x="2575559" y="40004"/>
                </a:moveTo>
                <a:lnTo>
                  <a:pt x="2591275" y="40004"/>
                </a:lnTo>
                <a:lnTo>
                  <a:pt x="2638228" y="115878"/>
                </a:lnTo>
                <a:lnTo>
                  <a:pt x="2635186" y="120967"/>
                </a:lnTo>
                <a:lnTo>
                  <a:pt x="2641377" y="120967"/>
                </a:lnTo>
                <a:lnTo>
                  <a:pt x="2638228" y="115878"/>
                </a:lnTo>
                <a:lnTo>
                  <a:pt x="2683572" y="40004"/>
                </a:lnTo>
                <a:lnTo>
                  <a:pt x="2698813" y="40004"/>
                </a:lnTo>
                <a:lnTo>
                  <a:pt x="2698813" y="160019"/>
                </a:lnTo>
                <a:lnTo>
                  <a:pt x="2683001" y="160019"/>
                </a:lnTo>
                <a:lnTo>
                  <a:pt x="2683180" y="68112"/>
                </a:lnTo>
                <a:lnTo>
                  <a:pt x="2686335" y="62959"/>
                </a:lnTo>
                <a:lnTo>
                  <a:pt x="2683192" y="61912"/>
                </a:lnTo>
                <a:lnTo>
                  <a:pt x="2683180" y="68112"/>
                </a:lnTo>
                <a:lnTo>
                  <a:pt x="2643472" y="132968"/>
                </a:lnTo>
                <a:lnTo>
                  <a:pt x="2630995" y="132968"/>
                </a:lnTo>
                <a:lnTo>
                  <a:pt x="2590142" y="66975"/>
                </a:lnTo>
                <a:lnTo>
                  <a:pt x="2590132" y="61912"/>
                </a:lnTo>
                <a:lnTo>
                  <a:pt x="2587656" y="62959"/>
                </a:lnTo>
                <a:lnTo>
                  <a:pt x="2590142" y="66975"/>
                </a:lnTo>
                <a:lnTo>
                  <a:pt x="2590323" y="160019"/>
                </a:lnTo>
                <a:lnTo>
                  <a:pt x="2575559" y="160019"/>
                </a:lnTo>
                <a:close/>
                <a:moveTo>
                  <a:pt x="2284952" y="40004"/>
                </a:moveTo>
                <a:lnTo>
                  <a:pt x="2360199" y="40004"/>
                </a:lnTo>
                <a:lnTo>
                  <a:pt x="2360199" y="54387"/>
                </a:lnTo>
                <a:lnTo>
                  <a:pt x="2301049" y="54387"/>
                </a:lnTo>
                <a:lnTo>
                  <a:pt x="2301049" y="90106"/>
                </a:lnTo>
                <a:lnTo>
                  <a:pt x="2352580" y="90106"/>
                </a:lnTo>
                <a:lnTo>
                  <a:pt x="2352580" y="103917"/>
                </a:lnTo>
                <a:lnTo>
                  <a:pt x="2301049" y="103917"/>
                </a:lnTo>
                <a:lnTo>
                  <a:pt x="2301049" y="145541"/>
                </a:lnTo>
                <a:lnTo>
                  <a:pt x="2360771" y="145541"/>
                </a:lnTo>
                <a:lnTo>
                  <a:pt x="2360771" y="160019"/>
                </a:lnTo>
                <a:lnTo>
                  <a:pt x="2284952" y="160019"/>
                </a:lnTo>
                <a:close/>
                <a:moveTo>
                  <a:pt x="2091594" y="40004"/>
                </a:moveTo>
                <a:lnTo>
                  <a:pt x="2127884" y="40004"/>
                </a:lnTo>
                <a:cubicBezTo>
                  <a:pt x="2139695" y="40004"/>
                  <a:pt x="2150077" y="42576"/>
                  <a:pt x="2159126" y="47624"/>
                </a:cubicBezTo>
                <a:cubicBezTo>
                  <a:pt x="2168175" y="52672"/>
                  <a:pt x="2175319" y="59816"/>
                  <a:pt x="2180462" y="68865"/>
                </a:cubicBezTo>
                <a:cubicBezTo>
                  <a:pt x="2185606" y="77914"/>
                  <a:pt x="2188177" y="88296"/>
                  <a:pt x="2188177" y="100012"/>
                </a:cubicBezTo>
                <a:cubicBezTo>
                  <a:pt x="2188177" y="108775"/>
                  <a:pt x="2186749" y="116776"/>
                  <a:pt x="2183796" y="124110"/>
                </a:cubicBezTo>
                <a:cubicBezTo>
                  <a:pt x="2180843" y="131444"/>
                  <a:pt x="2176748" y="137731"/>
                  <a:pt x="2171318" y="143065"/>
                </a:cubicBezTo>
                <a:cubicBezTo>
                  <a:pt x="2165984" y="148399"/>
                  <a:pt x="2159602" y="152590"/>
                  <a:pt x="2152173" y="155447"/>
                </a:cubicBezTo>
                <a:cubicBezTo>
                  <a:pt x="2144839" y="158400"/>
                  <a:pt x="2136743" y="159829"/>
                  <a:pt x="2127884" y="159829"/>
                </a:cubicBezTo>
                <a:lnTo>
                  <a:pt x="2091594" y="159829"/>
                </a:lnTo>
                <a:close/>
                <a:moveTo>
                  <a:pt x="1806892" y="40004"/>
                </a:moveTo>
                <a:lnTo>
                  <a:pt x="1843944" y="40004"/>
                </a:lnTo>
                <a:lnTo>
                  <a:pt x="1888331" y="160019"/>
                </a:lnTo>
                <a:lnTo>
                  <a:pt x="1852803" y="160019"/>
                </a:lnTo>
                <a:lnTo>
                  <a:pt x="1845278" y="137159"/>
                </a:lnTo>
                <a:lnTo>
                  <a:pt x="1804701" y="137159"/>
                </a:lnTo>
                <a:lnTo>
                  <a:pt x="1797272" y="160019"/>
                </a:lnTo>
                <a:lnTo>
                  <a:pt x="1762601" y="160019"/>
                </a:lnTo>
                <a:close/>
                <a:moveTo>
                  <a:pt x="1645253" y="40004"/>
                </a:moveTo>
                <a:lnTo>
                  <a:pt x="1676781" y="40004"/>
                </a:lnTo>
                <a:lnTo>
                  <a:pt x="1676781" y="160019"/>
                </a:lnTo>
                <a:lnTo>
                  <a:pt x="1645253" y="160019"/>
                </a:lnTo>
                <a:close/>
                <a:moveTo>
                  <a:pt x="1246632" y="40004"/>
                </a:moveTo>
                <a:lnTo>
                  <a:pt x="1277969" y="40004"/>
                </a:lnTo>
                <a:lnTo>
                  <a:pt x="1323689" y="108965"/>
                </a:lnTo>
                <a:lnTo>
                  <a:pt x="1323689" y="40004"/>
                </a:lnTo>
                <a:lnTo>
                  <a:pt x="1354169" y="40004"/>
                </a:lnTo>
                <a:lnTo>
                  <a:pt x="1354169" y="160019"/>
                </a:lnTo>
                <a:lnTo>
                  <a:pt x="1322832" y="160019"/>
                </a:lnTo>
                <a:lnTo>
                  <a:pt x="1277112" y="90010"/>
                </a:lnTo>
                <a:lnTo>
                  <a:pt x="1277112" y="160019"/>
                </a:lnTo>
                <a:lnTo>
                  <a:pt x="1246632" y="160019"/>
                </a:lnTo>
                <a:close/>
                <a:moveTo>
                  <a:pt x="933640" y="40004"/>
                </a:moveTo>
                <a:lnTo>
                  <a:pt x="965168" y="40004"/>
                </a:lnTo>
                <a:lnTo>
                  <a:pt x="965168" y="160019"/>
                </a:lnTo>
                <a:lnTo>
                  <a:pt x="933640" y="160019"/>
                </a:lnTo>
                <a:close/>
                <a:moveTo>
                  <a:pt x="742568" y="40004"/>
                </a:moveTo>
                <a:lnTo>
                  <a:pt x="792384" y="40004"/>
                </a:lnTo>
                <a:cubicBezTo>
                  <a:pt x="801528" y="40004"/>
                  <a:pt x="809529" y="41433"/>
                  <a:pt x="816387" y="44386"/>
                </a:cubicBezTo>
                <a:cubicBezTo>
                  <a:pt x="823245" y="47243"/>
                  <a:pt x="828484" y="51529"/>
                  <a:pt x="832293" y="57054"/>
                </a:cubicBezTo>
                <a:cubicBezTo>
                  <a:pt x="836008" y="62578"/>
                  <a:pt x="837913" y="69246"/>
                  <a:pt x="837913" y="77056"/>
                </a:cubicBezTo>
                <a:cubicBezTo>
                  <a:pt x="837913" y="82867"/>
                  <a:pt x="836866" y="88010"/>
                  <a:pt x="834675" y="92487"/>
                </a:cubicBezTo>
                <a:cubicBezTo>
                  <a:pt x="832484" y="96868"/>
                  <a:pt x="829626" y="100678"/>
                  <a:pt x="826007" y="103726"/>
                </a:cubicBezTo>
                <a:cubicBezTo>
                  <a:pt x="822387" y="106774"/>
                  <a:pt x="818292" y="109060"/>
                  <a:pt x="813720" y="110584"/>
                </a:cubicBezTo>
                <a:lnTo>
                  <a:pt x="844676" y="160114"/>
                </a:lnTo>
                <a:lnTo>
                  <a:pt x="807433" y="160114"/>
                </a:lnTo>
                <a:lnTo>
                  <a:pt x="782859" y="117347"/>
                </a:lnTo>
                <a:lnTo>
                  <a:pt x="774286" y="117347"/>
                </a:lnTo>
                <a:lnTo>
                  <a:pt x="774286" y="160114"/>
                </a:lnTo>
                <a:lnTo>
                  <a:pt x="742759" y="160114"/>
                </a:lnTo>
                <a:lnTo>
                  <a:pt x="742568" y="160019"/>
                </a:lnTo>
                <a:close/>
                <a:moveTo>
                  <a:pt x="560355" y="40004"/>
                </a:moveTo>
                <a:lnTo>
                  <a:pt x="647032" y="40004"/>
                </a:lnTo>
                <a:lnTo>
                  <a:pt x="647032" y="67246"/>
                </a:lnTo>
                <a:lnTo>
                  <a:pt x="591883" y="67246"/>
                </a:lnTo>
                <a:lnTo>
                  <a:pt x="591883" y="86200"/>
                </a:lnTo>
                <a:lnTo>
                  <a:pt x="637603" y="86200"/>
                </a:lnTo>
                <a:lnTo>
                  <a:pt x="637603" y="111251"/>
                </a:lnTo>
                <a:lnTo>
                  <a:pt x="591883" y="111251"/>
                </a:lnTo>
                <a:lnTo>
                  <a:pt x="591883" y="132397"/>
                </a:lnTo>
                <a:lnTo>
                  <a:pt x="647699" y="132397"/>
                </a:lnTo>
                <a:lnTo>
                  <a:pt x="647699" y="160019"/>
                </a:lnTo>
                <a:lnTo>
                  <a:pt x="560355" y="160019"/>
                </a:lnTo>
                <a:close/>
                <a:moveTo>
                  <a:pt x="374332" y="40004"/>
                </a:moveTo>
                <a:lnTo>
                  <a:pt x="424053" y="40004"/>
                </a:lnTo>
                <a:cubicBezTo>
                  <a:pt x="433101" y="40004"/>
                  <a:pt x="441102" y="41623"/>
                  <a:pt x="448246" y="44767"/>
                </a:cubicBezTo>
                <a:cubicBezTo>
                  <a:pt x="455390" y="47910"/>
                  <a:pt x="460914" y="52577"/>
                  <a:pt x="465010" y="58673"/>
                </a:cubicBezTo>
                <a:cubicBezTo>
                  <a:pt x="469106" y="64769"/>
                  <a:pt x="471106" y="72008"/>
                  <a:pt x="471106" y="80485"/>
                </a:cubicBezTo>
                <a:cubicBezTo>
                  <a:pt x="471106" y="88963"/>
                  <a:pt x="469201" y="96487"/>
                  <a:pt x="465486" y="102488"/>
                </a:cubicBezTo>
                <a:cubicBezTo>
                  <a:pt x="461676" y="108489"/>
                  <a:pt x="456247" y="113156"/>
                  <a:pt x="449199" y="116299"/>
                </a:cubicBezTo>
                <a:cubicBezTo>
                  <a:pt x="442055" y="119443"/>
                  <a:pt x="433482" y="121062"/>
                  <a:pt x="423386" y="121062"/>
                </a:cubicBezTo>
                <a:lnTo>
                  <a:pt x="405955" y="121062"/>
                </a:lnTo>
                <a:lnTo>
                  <a:pt x="405955" y="160019"/>
                </a:lnTo>
                <a:lnTo>
                  <a:pt x="374427" y="160019"/>
                </a:lnTo>
                <a:lnTo>
                  <a:pt x="374332" y="160019"/>
                </a:lnTo>
                <a:close/>
                <a:moveTo>
                  <a:pt x="171544" y="40004"/>
                </a:moveTo>
                <a:lnTo>
                  <a:pt x="209549" y="40004"/>
                </a:lnTo>
                <a:lnTo>
                  <a:pt x="229266" y="74866"/>
                </a:lnTo>
                <a:lnTo>
                  <a:pt x="249364" y="40004"/>
                </a:lnTo>
                <a:lnTo>
                  <a:pt x="286416" y="40004"/>
                </a:lnTo>
                <a:lnTo>
                  <a:pt x="250888" y="99535"/>
                </a:lnTo>
                <a:lnTo>
                  <a:pt x="287178" y="160019"/>
                </a:lnTo>
                <a:lnTo>
                  <a:pt x="248792" y="160019"/>
                </a:lnTo>
                <a:lnTo>
                  <a:pt x="228123" y="122967"/>
                </a:lnTo>
                <a:lnTo>
                  <a:pt x="207739" y="160019"/>
                </a:lnTo>
                <a:lnTo>
                  <a:pt x="170306" y="160019"/>
                </a:lnTo>
                <a:lnTo>
                  <a:pt x="170211" y="160019"/>
                </a:lnTo>
                <a:lnTo>
                  <a:pt x="206787" y="98964"/>
                </a:lnTo>
                <a:close/>
                <a:moveTo>
                  <a:pt x="0" y="40004"/>
                </a:moveTo>
                <a:lnTo>
                  <a:pt x="86678" y="40004"/>
                </a:lnTo>
                <a:lnTo>
                  <a:pt x="86678" y="67246"/>
                </a:lnTo>
                <a:lnTo>
                  <a:pt x="31528" y="67246"/>
                </a:lnTo>
                <a:lnTo>
                  <a:pt x="31528" y="86200"/>
                </a:lnTo>
                <a:lnTo>
                  <a:pt x="77248" y="86200"/>
                </a:lnTo>
                <a:lnTo>
                  <a:pt x="77248" y="111251"/>
                </a:lnTo>
                <a:lnTo>
                  <a:pt x="31528" y="111251"/>
                </a:lnTo>
                <a:lnTo>
                  <a:pt x="31528" y="132397"/>
                </a:lnTo>
                <a:lnTo>
                  <a:pt x="87344" y="132397"/>
                </a:lnTo>
                <a:lnTo>
                  <a:pt x="87344" y="160019"/>
                </a:lnTo>
                <a:lnTo>
                  <a:pt x="0" y="160019"/>
                </a:lnTo>
                <a:close/>
                <a:moveTo>
                  <a:pt x="3229641" y="37528"/>
                </a:moveTo>
                <a:cubicBezTo>
                  <a:pt x="3238689" y="37528"/>
                  <a:pt x="3246214" y="38671"/>
                  <a:pt x="3252882" y="40862"/>
                </a:cubicBezTo>
                <a:cubicBezTo>
                  <a:pt x="3259549" y="43052"/>
                  <a:pt x="3265264" y="46196"/>
                  <a:pt x="3270027" y="50196"/>
                </a:cubicBezTo>
                <a:lnTo>
                  <a:pt x="3261454" y="63436"/>
                </a:lnTo>
                <a:cubicBezTo>
                  <a:pt x="3257549" y="59912"/>
                  <a:pt x="3253072" y="57340"/>
                  <a:pt x="3247929" y="55626"/>
                </a:cubicBezTo>
                <a:cubicBezTo>
                  <a:pt x="3242785" y="53911"/>
                  <a:pt x="3237070" y="53054"/>
                  <a:pt x="3230879" y="53054"/>
                </a:cubicBezTo>
                <a:cubicBezTo>
                  <a:pt x="3223830" y="53054"/>
                  <a:pt x="3217449" y="54197"/>
                  <a:pt x="3211734" y="56292"/>
                </a:cubicBezTo>
                <a:cubicBezTo>
                  <a:pt x="3206019" y="58483"/>
                  <a:pt x="3201161" y="61626"/>
                  <a:pt x="3197065" y="65722"/>
                </a:cubicBezTo>
                <a:cubicBezTo>
                  <a:pt x="3193065" y="69818"/>
                  <a:pt x="3189921" y="74771"/>
                  <a:pt x="3187731" y="80486"/>
                </a:cubicBezTo>
                <a:cubicBezTo>
                  <a:pt x="3185540" y="86201"/>
                  <a:pt x="3184492" y="92773"/>
                  <a:pt x="3184492" y="99917"/>
                </a:cubicBezTo>
                <a:cubicBezTo>
                  <a:pt x="3184492" y="109823"/>
                  <a:pt x="3186397" y="118395"/>
                  <a:pt x="3190303" y="125349"/>
                </a:cubicBezTo>
                <a:cubicBezTo>
                  <a:pt x="3194112" y="132397"/>
                  <a:pt x="3199637" y="137731"/>
                  <a:pt x="3206686" y="141446"/>
                </a:cubicBezTo>
                <a:cubicBezTo>
                  <a:pt x="3213734" y="145161"/>
                  <a:pt x="3222116" y="146970"/>
                  <a:pt x="3231831" y="146970"/>
                </a:cubicBezTo>
                <a:cubicBezTo>
                  <a:pt x="3238023" y="146970"/>
                  <a:pt x="3244023" y="146018"/>
                  <a:pt x="3249834" y="144208"/>
                </a:cubicBezTo>
                <a:cubicBezTo>
                  <a:pt x="3255644" y="142398"/>
                  <a:pt x="3260978" y="139350"/>
                  <a:pt x="3266026" y="135064"/>
                </a:cubicBezTo>
                <a:lnTo>
                  <a:pt x="3273551" y="148780"/>
                </a:lnTo>
                <a:cubicBezTo>
                  <a:pt x="3267646" y="153447"/>
                  <a:pt x="3261073" y="156876"/>
                  <a:pt x="3253834" y="159162"/>
                </a:cubicBezTo>
                <a:cubicBezTo>
                  <a:pt x="3246500" y="161448"/>
                  <a:pt x="3238499" y="162687"/>
                  <a:pt x="3229641" y="162687"/>
                </a:cubicBezTo>
                <a:lnTo>
                  <a:pt x="3229450" y="162591"/>
                </a:lnTo>
                <a:cubicBezTo>
                  <a:pt x="3217068" y="162591"/>
                  <a:pt x="3206209" y="160019"/>
                  <a:pt x="3196875" y="154876"/>
                </a:cubicBezTo>
                <a:cubicBezTo>
                  <a:pt x="3187540" y="149733"/>
                  <a:pt x="3180396" y="142398"/>
                  <a:pt x="3175253" y="133064"/>
                </a:cubicBezTo>
                <a:cubicBezTo>
                  <a:pt x="3170110" y="123729"/>
                  <a:pt x="3167633" y="112680"/>
                  <a:pt x="3167633" y="100107"/>
                </a:cubicBezTo>
                <a:cubicBezTo>
                  <a:pt x="3167633" y="91059"/>
                  <a:pt x="3169157" y="82677"/>
                  <a:pt x="3172205" y="75057"/>
                </a:cubicBezTo>
                <a:cubicBezTo>
                  <a:pt x="3175253" y="67436"/>
                  <a:pt x="3179539" y="60864"/>
                  <a:pt x="3185064" y="55245"/>
                </a:cubicBezTo>
                <a:cubicBezTo>
                  <a:pt x="3190588" y="49625"/>
                  <a:pt x="3197161" y="45339"/>
                  <a:pt x="3204780" y="42195"/>
                </a:cubicBezTo>
                <a:cubicBezTo>
                  <a:pt x="3212401" y="39052"/>
                  <a:pt x="3220592" y="37528"/>
                  <a:pt x="3229641" y="37528"/>
                </a:cubicBezTo>
                <a:close/>
                <a:moveTo>
                  <a:pt x="1509712" y="37528"/>
                </a:moveTo>
                <a:cubicBezTo>
                  <a:pt x="1520094" y="37528"/>
                  <a:pt x="1528667" y="38861"/>
                  <a:pt x="1535525" y="41433"/>
                </a:cubicBezTo>
                <a:cubicBezTo>
                  <a:pt x="1542383" y="44005"/>
                  <a:pt x="1548574" y="47720"/>
                  <a:pt x="1554289" y="52577"/>
                </a:cubicBezTo>
                <a:lnTo>
                  <a:pt x="1538668" y="78485"/>
                </a:lnTo>
                <a:cubicBezTo>
                  <a:pt x="1535429" y="75152"/>
                  <a:pt x="1531619" y="72580"/>
                  <a:pt x="1527048" y="70866"/>
                </a:cubicBezTo>
                <a:cubicBezTo>
                  <a:pt x="1522475" y="69151"/>
                  <a:pt x="1517427" y="68294"/>
                  <a:pt x="1511807" y="68294"/>
                </a:cubicBezTo>
                <a:cubicBezTo>
                  <a:pt x="1506569" y="68294"/>
                  <a:pt x="1501997" y="69056"/>
                  <a:pt x="1497901" y="70485"/>
                </a:cubicBezTo>
                <a:cubicBezTo>
                  <a:pt x="1493805" y="72009"/>
                  <a:pt x="1490471" y="74104"/>
                  <a:pt x="1487709" y="76866"/>
                </a:cubicBezTo>
                <a:cubicBezTo>
                  <a:pt x="1484947" y="79628"/>
                  <a:pt x="1482851" y="82962"/>
                  <a:pt x="1481327" y="86868"/>
                </a:cubicBezTo>
                <a:cubicBezTo>
                  <a:pt x="1479899" y="90773"/>
                  <a:pt x="1479137" y="95250"/>
                  <a:pt x="1479137" y="100107"/>
                </a:cubicBezTo>
                <a:cubicBezTo>
                  <a:pt x="1479137" y="106775"/>
                  <a:pt x="1480470" y="112395"/>
                  <a:pt x="1483042" y="117157"/>
                </a:cubicBezTo>
                <a:cubicBezTo>
                  <a:pt x="1485709" y="121920"/>
                  <a:pt x="1489424" y="125539"/>
                  <a:pt x="1494377" y="128111"/>
                </a:cubicBezTo>
                <a:cubicBezTo>
                  <a:pt x="1499330" y="130683"/>
                  <a:pt x="1505235" y="131921"/>
                  <a:pt x="1512284" y="131921"/>
                </a:cubicBezTo>
                <a:cubicBezTo>
                  <a:pt x="1517427" y="131921"/>
                  <a:pt x="1522571" y="131159"/>
                  <a:pt x="1527714" y="129540"/>
                </a:cubicBezTo>
                <a:cubicBezTo>
                  <a:pt x="1532858" y="127920"/>
                  <a:pt x="1537811" y="125444"/>
                  <a:pt x="1542478" y="122015"/>
                </a:cubicBezTo>
                <a:lnTo>
                  <a:pt x="1556861" y="148399"/>
                </a:lnTo>
                <a:cubicBezTo>
                  <a:pt x="1551336" y="152590"/>
                  <a:pt x="1544764" y="156019"/>
                  <a:pt x="1536858" y="158686"/>
                </a:cubicBezTo>
                <a:cubicBezTo>
                  <a:pt x="1529048" y="161353"/>
                  <a:pt x="1519808" y="162687"/>
                  <a:pt x="1509140" y="162687"/>
                </a:cubicBezTo>
                <a:lnTo>
                  <a:pt x="1509331" y="162591"/>
                </a:lnTo>
                <a:cubicBezTo>
                  <a:pt x="1496853" y="162591"/>
                  <a:pt x="1485899" y="160019"/>
                  <a:pt x="1476374" y="154971"/>
                </a:cubicBezTo>
                <a:cubicBezTo>
                  <a:pt x="1466849" y="149923"/>
                  <a:pt x="1459420" y="142684"/>
                  <a:pt x="1454086" y="133445"/>
                </a:cubicBezTo>
                <a:cubicBezTo>
                  <a:pt x="1448752" y="124110"/>
                  <a:pt x="1446085" y="113157"/>
                  <a:pt x="1446085" y="100488"/>
                </a:cubicBezTo>
                <a:cubicBezTo>
                  <a:pt x="1446085" y="91249"/>
                  <a:pt x="1447609" y="82772"/>
                  <a:pt x="1450752" y="75057"/>
                </a:cubicBezTo>
                <a:cubicBezTo>
                  <a:pt x="1453895" y="67341"/>
                  <a:pt x="1458277" y="60674"/>
                  <a:pt x="1463992" y="55054"/>
                </a:cubicBezTo>
                <a:cubicBezTo>
                  <a:pt x="1469707" y="49434"/>
                  <a:pt x="1476470" y="45148"/>
                  <a:pt x="1484185" y="42100"/>
                </a:cubicBezTo>
                <a:cubicBezTo>
                  <a:pt x="1491900" y="39052"/>
                  <a:pt x="1500473" y="37528"/>
                  <a:pt x="1509712" y="37528"/>
                </a:cubicBezTo>
                <a:close/>
                <a:moveTo>
                  <a:pt x="1093374" y="0"/>
                </a:moveTo>
                <a:lnTo>
                  <a:pt x="1121378" y="0"/>
                </a:lnTo>
                <a:lnTo>
                  <a:pt x="1148143" y="29813"/>
                </a:lnTo>
                <a:lnTo>
                  <a:pt x="1117663" y="29813"/>
                </a:lnTo>
                <a:lnTo>
                  <a:pt x="1106995" y="17526"/>
                </a:lnTo>
                <a:lnTo>
                  <a:pt x="1096136" y="29813"/>
                </a:lnTo>
                <a:lnTo>
                  <a:pt x="1066704" y="29813"/>
                </a:lnTo>
                <a:lnTo>
                  <a:pt x="1066609" y="29813"/>
                </a:lnTo>
                <a:close/>
              </a:path>
            </a:pathLst>
          </a:custGeom>
          <a:solidFill>
            <a:srgbClr val="636466"/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pt-BR"/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35075566-57E5-8762-A073-432BBFAB16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4132" y="-512505"/>
            <a:ext cx="347504" cy="315913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89875D5A-C448-3F4A-2097-BB032D7721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7832011" y="-512505"/>
            <a:ext cx="347504" cy="315913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7AA5EFC3-A48A-BEE4-E336-C7C48F5657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5116" y="6165304"/>
            <a:ext cx="1330809" cy="37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173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D74DFC92-B907-B082-1478-FE1B2D2198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364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3" name="Gráfico 32">
            <a:extLst>
              <a:ext uri="{FF2B5EF4-FFF2-40B4-BE49-F238E27FC236}">
                <a16:creationId xmlns:a16="http://schemas.microsoft.com/office/drawing/2014/main" id="{02496F82-04BE-7445-F535-9E66B502F8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1195" y="-531440"/>
            <a:ext cx="1683130" cy="334848"/>
          </a:xfrm>
          <a:prstGeom prst="rect">
            <a:avLst/>
          </a:prstGeom>
        </p:spPr>
      </p:pic>
      <p:sp>
        <p:nvSpPr>
          <p:cNvPr id="35" name="Gráfico 6">
            <a:extLst>
              <a:ext uri="{FF2B5EF4-FFF2-40B4-BE49-F238E27FC236}">
                <a16:creationId xmlns:a16="http://schemas.microsoft.com/office/drawing/2014/main" id="{D373AAF5-2F83-7B73-1CEB-60D58ABF678C}"/>
              </a:ext>
            </a:extLst>
          </p:cNvPr>
          <p:cNvSpPr/>
          <p:nvPr/>
        </p:nvSpPr>
        <p:spPr>
          <a:xfrm>
            <a:off x="0" y="5773704"/>
            <a:ext cx="12192000" cy="1084297"/>
          </a:xfrm>
          <a:custGeom>
            <a:avLst/>
            <a:gdLst>
              <a:gd name="csX0" fmla="*/ 1051560 w 9014650"/>
              <a:gd name="csY0" fmla="*/ 0 h 801719"/>
              <a:gd name="csX1" fmla="*/ 1731169 w 9014650"/>
              <a:gd name="csY1" fmla="*/ 801719 h 801719"/>
              <a:gd name="csX2" fmla="*/ 677990 w 9014650"/>
              <a:gd name="csY2" fmla="*/ 801719 h 801719"/>
              <a:gd name="csX3" fmla="*/ 0 w 9014650"/>
              <a:gd name="csY3" fmla="*/ 0 h 801719"/>
              <a:gd name="csX4" fmla="*/ 1051560 w 9014650"/>
              <a:gd name="csY4" fmla="*/ 0 h 801719"/>
              <a:gd name="csX5" fmla="*/ 2032826 w 9014650"/>
              <a:gd name="csY5" fmla="*/ 0 h 801719"/>
              <a:gd name="csX6" fmla="*/ 2032826 w 9014650"/>
              <a:gd name="csY6" fmla="*/ 801719 h 801719"/>
              <a:gd name="csX7" fmla="*/ 2844641 w 9014650"/>
              <a:gd name="csY7" fmla="*/ 801719 h 801719"/>
              <a:gd name="csX8" fmla="*/ 2844641 w 9014650"/>
              <a:gd name="csY8" fmla="*/ 0 h 801719"/>
              <a:gd name="csX9" fmla="*/ 2032826 w 9014650"/>
              <a:gd name="csY9" fmla="*/ 0 h 801719"/>
              <a:gd name="csX10" fmla="*/ 6842570 w 9014650"/>
              <a:gd name="csY10" fmla="*/ 0 h 801719"/>
              <a:gd name="csX11" fmla="*/ 6842570 w 9014650"/>
              <a:gd name="csY11" fmla="*/ 801719 h 801719"/>
              <a:gd name="csX12" fmla="*/ 7654385 w 9014650"/>
              <a:gd name="csY12" fmla="*/ 801719 h 801719"/>
              <a:gd name="csX13" fmla="*/ 7654385 w 9014650"/>
              <a:gd name="csY13" fmla="*/ 439484 h 801719"/>
              <a:gd name="csX14" fmla="*/ 7961471 w 9014650"/>
              <a:gd name="csY14" fmla="*/ 801719 h 801719"/>
              <a:gd name="csX15" fmla="*/ 9014650 w 9014650"/>
              <a:gd name="csY15" fmla="*/ 801719 h 801719"/>
              <a:gd name="csX16" fmla="*/ 8336566 w 9014650"/>
              <a:gd name="csY16" fmla="*/ 0 h 801719"/>
              <a:gd name="csX17" fmla="*/ 6842474 w 9014650"/>
              <a:gd name="csY17" fmla="*/ 0 h 801719"/>
              <a:gd name="csX18" fmla="*/ 5178552 w 9014650"/>
              <a:gd name="csY18" fmla="*/ 3429 h 801719"/>
              <a:gd name="csX19" fmla="*/ 4236530 w 9014650"/>
              <a:gd name="csY19" fmla="*/ 801719 h 801719"/>
              <a:gd name="csX20" fmla="*/ 5486876 w 9014650"/>
              <a:gd name="csY20" fmla="*/ 801719 h 801719"/>
              <a:gd name="csX21" fmla="*/ 6426708 w 9014650"/>
              <a:gd name="csY21" fmla="*/ 3429 h 801719"/>
              <a:gd name="csX22" fmla="*/ 6426708 w 9014650"/>
              <a:gd name="csY22" fmla="*/ 0 h 801719"/>
              <a:gd name="csX23" fmla="*/ 5178552 w 9014650"/>
              <a:gd name="csY23" fmla="*/ 3429 h 8017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9014650" h="801719">
                <a:moveTo>
                  <a:pt x="1051560" y="0"/>
                </a:moveTo>
                <a:lnTo>
                  <a:pt x="1731169" y="801719"/>
                </a:lnTo>
                <a:lnTo>
                  <a:pt x="677990" y="801719"/>
                </a:lnTo>
                <a:lnTo>
                  <a:pt x="0" y="0"/>
                </a:lnTo>
                <a:lnTo>
                  <a:pt x="1051560" y="0"/>
                </a:lnTo>
                <a:close/>
                <a:moveTo>
                  <a:pt x="2032826" y="0"/>
                </a:moveTo>
                <a:lnTo>
                  <a:pt x="2032826" y="801719"/>
                </a:lnTo>
                <a:lnTo>
                  <a:pt x="2844641" y="801719"/>
                </a:lnTo>
                <a:lnTo>
                  <a:pt x="2844641" y="0"/>
                </a:lnTo>
                <a:lnTo>
                  <a:pt x="2032826" y="0"/>
                </a:lnTo>
                <a:close/>
                <a:moveTo>
                  <a:pt x="6842570" y="0"/>
                </a:moveTo>
                <a:lnTo>
                  <a:pt x="6842570" y="801719"/>
                </a:lnTo>
                <a:lnTo>
                  <a:pt x="7654385" y="801719"/>
                </a:lnTo>
                <a:lnTo>
                  <a:pt x="7654385" y="439484"/>
                </a:lnTo>
                <a:lnTo>
                  <a:pt x="7961471" y="801719"/>
                </a:lnTo>
                <a:lnTo>
                  <a:pt x="9014650" y="801719"/>
                </a:lnTo>
                <a:lnTo>
                  <a:pt x="8336566" y="0"/>
                </a:lnTo>
                <a:lnTo>
                  <a:pt x="6842474" y="0"/>
                </a:lnTo>
                <a:close/>
                <a:moveTo>
                  <a:pt x="5178552" y="3429"/>
                </a:moveTo>
                <a:lnTo>
                  <a:pt x="4236530" y="801719"/>
                </a:lnTo>
                <a:lnTo>
                  <a:pt x="5486876" y="801719"/>
                </a:lnTo>
                <a:lnTo>
                  <a:pt x="6426708" y="3429"/>
                </a:lnTo>
                <a:lnTo>
                  <a:pt x="6426708" y="0"/>
                </a:lnTo>
                <a:lnTo>
                  <a:pt x="5178552" y="3429"/>
                </a:lnTo>
                <a:close/>
              </a:path>
            </a:pathLst>
          </a:custGeom>
          <a:solidFill>
            <a:srgbClr val="A4A6A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82FFC4F-CDC2-3C7B-12F3-E944E62BD6C1}"/>
              </a:ext>
            </a:extLst>
          </p:cNvPr>
          <p:cNvSpPr txBox="1"/>
          <p:nvPr/>
        </p:nvSpPr>
        <p:spPr>
          <a:xfrm>
            <a:off x="7989284" y="2348880"/>
            <a:ext cx="2418042" cy="83015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Geologica Light" pitchFamily="2" charset="0"/>
              </a:rPr>
              <a:t>ATIVAÇÃO É</a:t>
            </a:r>
          </a:p>
          <a:p>
            <a:r>
              <a:rPr lang="pt-BR" sz="2000" b="1" dirty="0">
                <a:solidFill>
                  <a:schemeClr val="bg1"/>
                </a:solidFill>
                <a:latin typeface="Geologica" pitchFamily="2" charset="0"/>
              </a:rPr>
              <a:t>EXPERIÊNCIA</a:t>
            </a:r>
          </a:p>
          <a:p>
            <a:r>
              <a:rPr lang="pt-BR" sz="2000" b="1" dirty="0">
                <a:solidFill>
                  <a:schemeClr val="bg1"/>
                </a:solidFill>
                <a:latin typeface="Geologica" pitchFamily="2" charset="0"/>
              </a:rPr>
              <a:t>DE MARCA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33581D73-C0DD-EB86-8F58-11908FB119A2}"/>
              </a:ext>
            </a:extLst>
          </p:cNvPr>
          <p:cNvSpPr txBox="1"/>
          <p:nvPr/>
        </p:nvSpPr>
        <p:spPr>
          <a:xfrm>
            <a:off x="8010170" y="3501677"/>
            <a:ext cx="2418042" cy="901192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Geologica Light" pitchFamily="2" charset="0"/>
              </a:rPr>
              <a:t>EXPERIÊNCIA</a:t>
            </a:r>
          </a:p>
          <a:p>
            <a:r>
              <a:rPr lang="pt-BR" sz="2000" dirty="0">
                <a:solidFill>
                  <a:schemeClr val="bg1"/>
                </a:solidFill>
                <a:latin typeface="Geologica Light" pitchFamily="2" charset="0"/>
              </a:rPr>
              <a:t>DE MARCA</a:t>
            </a:r>
          </a:p>
          <a:p>
            <a:r>
              <a:rPr lang="pt-BR" sz="2000" b="1" dirty="0">
                <a:solidFill>
                  <a:schemeClr val="bg1"/>
                </a:solidFill>
                <a:latin typeface="Geologica" pitchFamily="2" charset="0"/>
              </a:rPr>
              <a:t>É V3A.</a:t>
            </a:r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0B355EDA-2454-4AD1-4BBC-25C1ED9357D9}"/>
              </a:ext>
            </a:extLst>
          </p:cNvPr>
          <p:cNvGrpSpPr/>
          <p:nvPr/>
        </p:nvGrpSpPr>
        <p:grpSpPr>
          <a:xfrm>
            <a:off x="729815" y="3176972"/>
            <a:ext cx="2051915" cy="901192"/>
            <a:chOff x="371677" y="2404714"/>
            <a:chExt cx="2051915" cy="901192"/>
          </a:xfrm>
        </p:grpSpPr>
        <p:grpSp>
          <p:nvGrpSpPr>
            <p:cNvPr id="46" name="Agrupar 45">
              <a:extLst>
                <a:ext uri="{FF2B5EF4-FFF2-40B4-BE49-F238E27FC236}">
                  <a16:creationId xmlns:a16="http://schemas.microsoft.com/office/drawing/2014/main" id="{1E9AE4DB-D822-1B67-80E6-E8B50B6D99C6}"/>
                </a:ext>
              </a:extLst>
            </p:cNvPr>
            <p:cNvGrpSpPr/>
            <p:nvPr/>
          </p:nvGrpSpPr>
          <p:grpSpPr>
            <a:xfrm>
              <a:off x="371677" y="2404714"/>
              <a:ext cx="1803162" cy="901192"/>
              <a:chOff x="2671762" y="1719262"/>
              <a:chExt cx="6849713" cy="3423380"/>
            </a:xfrm>
          </p:grpSpPr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4BF697BC-DEFF-3A8B-D007-F7880A33FC07}"/>
                  </a:ext>
                </a:extLst>
              </p:cNvPr>
              <p:cNvSpPr/>
              <p:nvPr/>
            </p:nvSpPr>
            <p:spPr>
              <a:xfrm>
                <a:off x="2671762" y="1719262"/>
                <a:ext cx="2186178" cy="1991201"/>
              </a:xfrm>
              <a:custGeom>
                <a:avLst/>
                <a:gdLst>
                  <a:gd name="csX0" fmla="*/ 2186178 w 2186178"/>
                  <a:gd name="csY0" fmla="*/ 1991011 h 1991201"/>
                  <a:gd name="csX1" fmla="*/ 2186178 w 2186178"/>
                  <a:gd name="csY1" fmla="*/ 0 h 1991201"/>
                  <a:gd name="csX2" fmla="*/ 1682877 w 2186178"/>
                  <a:gd name="csY2" fmla="*/ 0 h 1991201"/>
                  <a:gd name="csX3" fmla="*/ 1682877 w 2186178"/>
                  <a:gd name="csY3" fmla="*/ 1218724 h 1991201"/>
                  <a:gd name="csX4" fmla="*/ 650938 w 2186178"/>
                  <a:gd name="csY4" fmla="*/ 1334 h 1991201"/>
                  <a:gd name="csX5" fmla="*/ 0 w 2186178"/>
                  <a:gd name="csY5" fmla="*/ 1334 h 1991201"/>
                  <a:gd name="csX6" fmla="*/ 1682877 w 2186178"/>
                  <a:gd name="csY6" fmla="*/ 1991201 h 1991201"/>
                  <a:gd name="csX7" fmla="*/ 2186178 w 2186178"/>
                  <a:gd name="csY7" fmla="*/ 1991011 h 19912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2186178" h="1991201">
                    <a:moveTo>
                      <a:pt x="2186178" y="1991011"/>
                    </a:moveTo>
                    <a:lnTo>
                      <a:pt x="2186178" y="0"/>
                    </a:lnTo>
                    <a:lnTo>
                      <a:pt x="1682877" y="0"/>
                    </a:lnTo>
                    <a:lnTo>
                      <a:pt x="1682877" y="1218724"/>
                    </a:lnTo>
                    <a:lnTo>
                      <a:pt x="650938" y="1334"/>
                    </a:lnTo>
                    <a:lnTo>
                      <a:pt x="0" y="1334"/>
                    </a:lnTo>
                    <a:lnTo>
                      <a:pt x="1682877" y="1991201"/>
                    </a:lnTo>
                    <a:lnTo>
                      <a:pt x="2186178" y="199101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5B047319-D0F5-C65A-FFAA-6F2F3062808B}"/>
                  </a:ext>
                </a:extLst>
              </p:cNvPr>
              <p:cNvSpPr/>
              <p:nvPr/>
            </p:nvSpPr>
            <p:spPr>
              <a:xfrm>
                <a:off x="7335297" y="1719262"/>
                <a:ext cx="2186178" cy="1992249"/>
              </a:xfrm>
              <a:custGeom>
                <a:avLst/>
                <a:gdLst>
                  <a:gd name="csX0" fmla="*/ 2186178 w 2186178"/>
                  <a:gd name="csY0" fmla="*/ 1991011 h 1992249"/>
                  <a:gd name="csX1" fmla="*/ 503206 w 2186178"/>
                  <a:gd name="csY1" fmla="*/ 1048 h 1992249"/>
                  <a:gd name="csX2" fmla="*/ 503206 w 2186178"/>
                  <a:gd name="csY2" fmla="*/ 0 h 1992249"/>
                  <a:gd name="csX3" fmla="*/ 0 w 2186178"/>
                  <a:gd name="csY3" fmla="*/ 0 h 1992249"/>
                  <a:gd name="csX4" fmla="*/ 0 w 2186178"/>
                  <a:gd name="csY4" fmla="*/ 1992249 h 1992249"/>
                  <a:gd name="csX5" fmla="*/ 503206 w 2186178"/>
                  <a:gd name="csY5" fmla="*/ 1992249 h 1992249"/>
                  <a:gd name="csX6" fmla="*/ 503206 w 2186178"/>
                  <a:gd name="csY6" fmla="*/ 773621 h 1992249"/>
                  <a:gd name="csX7" fmla="*/ 1535239 w 2186178"/>
                  <a:gd name="csY7" fmla="*/ 1991011 h 1992249"/>
                  <a:gd name="csX8" fmla="*/ 2186178 w 2186178"/>
                  <a:gd name="csY8" fmla="*/ 1991011 h 19922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186178" h="1992249">
                    <a:moveTo>
                      <a:pt x="2186178" y="1991011"/>
                    </a:moveTo>
                    <a:lnTo>
                      <a:pt x="503206" y="1048"/>
                    </a:lnTo>
                    <a:lnTo>
                      <a:pt x="503206" y="0"/>
                    </a:lnTo>
                    <a:lnTo>
                      <a:pt x="0" y="0"/>
                    </a:lnTo>
                    <a:lnTo>
                      <a:pt x="0" y="1992249"/>
                    </a:lnTo>
                    <a:lnTo>
                      <a:pt x="503206" y="1992249"/>
                    </a:lnTo>
                    <a:lnTo>
                      <a:pt x="503206" y="773621"/>
                    </a:lnTo>
                    <a:lnTo>
                      <a:pt x="1535239" y="1991011"/>
                    </a:lnTo>
                    <a:lnTo>
                      <a:pt x="2186178" y="199101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37A9B69D-3613-E8AA-1A10-4885FAA49501}"/>
                  </a:ext>
                </a:extLst>
              </p:cNvPr>
              <p:cNvSpPr/>
              <p:nvPr/>
            </p:nvSpPr>
            <p:spPr>
              <a:xfrm>
                <a:off x="5094350" y="1719262"/>
                <a:ext cx="1983200" cy="3423380"/>
              </a:xfrm>
              <a:custGeom>
                <a:avLst/>
                <a:gdLst>
                  <a:gd name="csX0" fmla="*/ 1983200 w 1983200"/>
                  <a:gd name="csY0" fmla="*/ 0 h 3423380"/>
                  <a:gd name="csX1" fmla="*/ 286 w 1983200"/>
                  <a:gd name="csY1" fmla="*/ 0 h 3423380"/>
                  <a:gd name="csX2" fmla="*/ 286 w 1983200"/>
                  <a:gd name="csY2" fmla="*/ 503301 h 3423380"/>
                  <a:gd name="csX3" fmla="*/ 1209485 w 1983200"/>
                  <a:gd name="csY3" fmla="*/ 503301 h 3423380"/>
                  <a:gd name="csX4" fmla="*/ 328041 w 1983200"/>
                  <a:gd name="csY4" fmla="*/ 1250252 h 3423380"/>
                  <a:gd name="csX5" fmla="*/ 328041 w 1983200"/>
                  <a:gd name="csY5" fmla="*/ 1741075 h 3423380"/>
                  <a:gd name="csX6" fmla="*/ 1211771 w 1983200"/>
                  <a:gd name="csY6" fmla="*/ 1741075 h 3423380"/>
                  <a:gd name="csX7" fmla="*/ 0 w 1983200"/>
                  <a:gd name="csY7" fmla="*/ 2768346 h 3423380"/>
                  <a:gd name="csX8" fmla="*/ 286 w 1983200"/>
                  <a:gd name="csY8" fmla="*/ 3423380 h 3423380"/>
                  <a:gd name="csX9" fmla="*/ 1983200 w 1983200"/>
                  <a:gd name="csY9" fmla="*/ 1741075 h 3423380"/>
                  <a:gd name="csX10" fmla="*/ 1983200 w 1983200"/>
                  <a:gd name="csY10" fmla="*/ 1250252 h 3423380"/>
                  <a:gd name="csX11" fmla="*/ 1103852 w 1983200"/>
                  <a:gd name="csY11" fmla="*/ 1250252 h 3423380"/>
                  <a:gd name="csX12" fmla="*/ 1983200 w 1983200"/>
                  <a:gd name="csY12" fmla="*/ 503301 h 3423380"/>
                  <a:gd name="csX13" fmla="*/ 1983200 w 1983200"/>
                  <a:gd name="csY13" fmla="*/ 0 h 3423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983200" h="3423380">
                    <a:moveTo>
                      <a:pt x="1983200" y="0"/>
                    </a:moveTo>
                    <a:lnTo>
                      <a:pt x="286" y="0"/>
                    </a:lnTo>
                    <a:lnTo>
                      <a:pt x="286" y="503301"/>
                    </a:lnTo>
                    <a:lnTo>
                      <a:pt x="1209485" y="503301"/>
                    </a:lnTo>
                    <a:lnTo>
                      <a:pt x="328041" y="1250252"/>
                    </a:lnTo>
                    <a:lnTo>
                      <a:pt x="328041" y="1741075"/>
                    </a:lnTo>
                    <a:lnTo>
                      <a:pt x="1211771" y="1741075"/>
                    </a:lnTo>
                    <a:lnTo>
                      <a:pt x="0" y="2768346"/>
                    </a:lnTo>
                    <a:lnTo>
                      <a:pt x="286" y="3423380"/>
                    </a:lnTo>
                    <a:lnTo>
                      <a:pt x="1983200" y="1741075"/>
                    </a:lnTo>
                    <a:lnTo>
                      <a:pt x="1983200" y="1250252"/>
                    </a:lnTo>
                    <a:lnTo>
                      <a:pt x="1103852" y="1250252"/>
                    </a:lnTo>
                    <a:lnTo>
                      <a:pt x="1983200" y="503301"/>
                    </a:lnTo>
                    <a:lnTo>
                      <a:pt x="1983200" y="0"/>
                    </a:lnTo>
                    <a:close/>
                  </a:path>
                </a:pathLst>
              </a:custGeom>
              <a:solidFill>
                <a:srgbClr val="FFCA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cxnSp>
          <p:nvCxnSpPr>
            <p:cNvPr id="50" name="Conector reto 49">
              <a:extLst>
                <a:ext uri="{FF2B5EF4-FFF2-40B4-BE49-F238E27FC236}">
                  <a16:creationId xmlns:a16="http://schemas.microsoft.com/office/drawing/2014/main" id="{01D54F47-E1FF-EE3C-AB06-20D3D74BD168}"/>
                </a:ext>
              </a:extLst>
            </p:cNvPr>
            <p:cNvCxnSpPr>
              <a:cxnSpLocks/>
            </p:cNvCxnSpPr>
            <p:nvPr/>
          </p:nvCxnSpPr>
          <p:spPr>
            <a:xfrm>
              <a:off x="2423592" y="2404714"/>
              <a:ext cx="0" cy="520652"/>
            </a:xfrm>
            <a:prstGeom prst="line">
              <a:avLst/>
            </a:prstGeom>
            <a:ln w="12700">
              <a:solidFill>
                <a:srgbClr val="A4A6A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Gráfico 6">
            <a:extLst>
              <a:ext uri="{FF2B5EF4-FFF2-40B4-BE49-F238E27FC236}">
                <a16:creationId xmlns:a16="http://schemas.microsoft.com/office/drawing/2014/main" id="{8C0AD242-A791-580A-CB3A-7338CEE1F065}"/>
              </a:ext>
            </a:extLst>
          </p:cNvPr>
          <p:cNvSpPr/>
          <p:nvPr/>
        </p:nvSpPr>
        <p:spPr>
          <a:xfrm>
            <a:off x="-23240" y="-11994"/>
            <a:ext cx="12192000" cy="1084297"/>
          </a:xfrm>
          <a:custGeom>
            <a:avLst/>
            <a:gdLst>
              <a:gd name="csX0" fmla="*/ 1051560 w 9014650"/>
              <a:gd name="csY0" fmla="*/ 0 h 801719"/>
              <a:gd name="csX1" fmla="*/ 1731169 w 9014650"/>
              <a:gd name="csY1" fmla="*/ 801719 h 801719"/>
              <a:gd name="csX2" fmla="*/ 677990 w 9014650"/>
              <a:gd name="csY2" fmla="*/ 801719 h 801719"/>
              <a:gd name="csX3" fmla="*/ 0 w 9014650"/>
              <a:gd name="csY3" fmla="*/ 0 h 801719"/>
              <a:gd name="csX4" fmla="*/ 1051560 w 9014650"/>
              <a:gd name="csY4" fmla="*/ 0 h 801719"/>
              <a:gd name="csX5" fmla="*/ 2032826 w 9014650"/>
              <a:gd name="csY5" fmla="*/ 0 h 801719"/>
              <a:gd name="csX6" fmla="*/ 2032826 w 9014650"/>
              <a:gd name="csY6" fmla="*/ 801719 h 801719"/>
              <a:gd name="csX7" fmla="*/ 2844641 w 9014650"/>
              <a:gd name="csY7" fmla="*/ 801719 h 801719"/>
              <a:gd name="csX8" fmla="*/ 2844641 w 9014650"/>
              <a:gd name="csY8" fmla="*/ 0 h 801719"/>
              <a:gd name="csX9" fmla="*/ 2032826 w 9014650"/>
              <a:gd name="csY9" fmla="*/ 0 h 801719"/>
              <a:gd name="csX10" fmla="*/ 6842570 w 9014650"/>
              <a:gd name="csY10" fmla="*/ 0 h 801719"/>
              <a:gd name="csX11" fmla="*/ 6842570 w 9014650"/>
              <a:gd name="csY11" fmla="*/ 801719 h 801719"/>
              <a:gd name="csX12" fmla="*/ 7654385 w 9014650"/>
              <a:gd name="csY12" fmla="*/ 801719 h 801719"/>
              <a:gd name="csX13" fmla="*/ 7654385 w 9014650"/>
              <a:gd name="csY13" fmla="*/ 439484 h 801719"/>
              <a:gd name="csX14" fmla="*/ 7961471 w 9014650"/>
              <a:gd name="csY14" fmla="*/ 801719 h 801719"/>
              <a:gd name="csX15" fmla="*/ 9014650 w 9014650"/>
              <a:gd name="csY15" fmla="*/ 801719 h 801719"/>
              <a:gd name="csX16" fmla="*/ 8336566 w 9014650"/>
              <a:gd name="csY16" fmla="*/ 0 h 801719"/>
              <a:gd name="csX17" fmla="*/ 6842474 w 9014650"/>
              <a:gd name="csY17" fmla="*/ 0 h 801719"/>
              <a:gd name="csX18" fmla="*/ 5178552 w 9014650"/>
              <a:gd name="csY18" fmla="*/ 3429 h 801719"/>
              <a:gd name="csX19" fmla="*/ 4236530 w 9014650"/>
              <a:gd name="csY19" fmla="*/ 801719 h 801719"/>
              <a:gd name="csX20" fmla="*/ 5486876 w 9014650"/>
              <a:gd name="csY20" fmla="*/ 801719 h 801719"/>
              <a:gd name="csX21" fmla="*/ 6426708 w 9014650"/>
              <a:gd name="csY21" fmla="*/ 3429 h 801719"/>
              <a:gd name="csX22" fmla="*/ 6426708 w 9014650"/>
              <a:gd name="csY22" fmla="*/ 0 h 801719"/>
              <a:gd name="csX23" fmla="*/ 5178552 w 9014650"/>
              <a:gd name="csY23" fmla="*/ 3429 h 8017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9014650" h="801719">
                <a:moveTo>
                  <a:pt x="1051560" y="0"/>
                </a:moveTo>
                <a:lnTo>
                  <a:pt x="1731169" y="801719"/>
                </a:lnTo>
                <a:lnTo>
                  <a:pt x="677990" y="801719"/>
                </a:lnTo>
                <a:lnTo>
                  <a:pt x="0" y="0"/>
                </a:lnTo>
                <a:lnTo>
                  <a:pt x="1051560" y="0"/>
                </a:lnTo>
                <a:close/>
                <a:moveTo>
                  <a:pt x="2032826" y="0"/>
                </a:moveTo>
                <a:lnTo>
                  <a:pt x="2032826" y="801719"/>
                </a:lnTo>
                <a:lnTo>
                  <a:pt x="2844641" y="801719"/>
                </a:lnTo>
                <a:lnTo>
                  <a:pt x="2844641" y="0"/>
                </a:lnTo>
                <a:lnTo>
                  <a:pt x="2032826" y="0"/>
                </a:lnTo>
                <a:close/>
                <a:moveTo>
                  <a:pt x="6842570" y="0"/>
                </a:moveTo>
                <a:lnTo>
                  <a:pt x="6842570" y="801719"/>
                </a:lnTo>
                <a:lnTo>
                  <a:pt x="7654385" y="801719"/>
                </a:lnTo>
                <a:lnTo>
                  <a:pt x="7654385" y="439484"/>
                </a:lnTo>
                <a:lnTo>
                  <a:pt x="7961471" y="801719"/>
                </a:lnTo>
                <a:lnTo>
                  <a:pt x="9014650" y="801719"/>
                </a:lnTo>
                <a:lnTo>
                  <a:pt x="8336566" y="0"/>
                </a:lnTo>
                <a:lnTo>
                  <a:pt x="6842474" y="0"/>
                </a:lnTo>
                <a:close/>
                <a:moveTo>
                  <a:pt x="5178552" y="3429"/>
                </a:moveTo>
                <a:lnTo>
                  <a:pt x="4236530" y="801719"/>
                </a:lnTo>
                <a:lnTo>
                  <a:pt x="5486876" y="801719"/>
                </a:lnTo>
                <a:lnTo>
                  <a:pt x="6426708" y="3429"/>
                </a:lnTo>
                <a:lnTo>
                  <a:pt x="6426708" y="0"/>
                </a:lnTo>
                <a:lnTo>
                  <a:pt x="5178552" y="3429"/>
                </a:lnTo>
                <a:close/>
              </a:path>
            </a:pathLst>
          </a:custGeom>
          <a:solidFill>
            <a:srgbClr val="A4A6A9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1774347F-0B4A-29AE-AAE9-BC968DE125F1}"/>
              </a:ext>
            </a:extLst>
          </p:cNvPr>
          <p:cNvGrpSpPr/>
          <p:nvPr/>
        </p:nvGrpSpPr>
        <p:grpSpPr>
          <a:xfrm>
            <a:off x="12595760" y="16542"/>
            <a:ext cx="1285003" cy="2584366"/>
            <a:chOff x="12595760" y="16542"/>
            <a:chExt cx="1285003" cy="2584366"/>
          </a:xfrm>
        </p:grpSpPr>
        <p:grpSp>
          <p:nvGrpSpPr>
            <p:cNvPr id="3" name="Agrupar 2">
              <a:extLst>
                <a:ext uri="{FF2B5EF4-FFF2-40B4-BE49-F238E27FC236}">
                  <a16:creationId xmlns:a16="http://schemas.microsoft.com/office/drawing/2014/main" id="{752FB5A9-371F-7687-431B-1A60172C50C5}"/>
                </a:ext>
              </a:extLst>
            </p:cNvPr>
            <p:cNvGrpSpPr/>
            <p:nvPr/>
          </p:nvGrpSpPr>
          <p:grpSpPr>
            <a:xfrm>
              <a:off x="12720736" y="315913"/>
              <a:ext cx="517525" cy="517525"/>
              <a:chOff x="12432704" y="315913"/>
              <a:chExt cx="517525" cy="517525"/>
            </a:xfrm>
          </p:grpSpPr>
          <p:sp>
            <p:nvSpPr>
              <p:cNvPr id="65" name="Retângulo: Cantos Arredondados 64">
                <a:extLst>
                  <a:ext uri="{FF2B5EF4-FFF2-40B4-BE49-F238E27FC236}">
                    <a16:creationId xmlns:a16="http://schemas.microsoft.com/office/drawing/2014/main" id="{A3318710-3A86-E2AC-0A62-4CF76A1497A6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66" name="CaixaDeTexto 65">
                <a:extLst>
                  <a:ext uri="{FF2B5EF4-FFF2-40B4-BE49-F238E27FC236}">
                    <a16:creationId xmlns:a16="http://schemas.microsoft.com/office/drawing/2014/main" id="{45A94D07-C4AB-AFFE-0887-47545ED0DCE0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rgbClr val="636466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rgbClr val="636466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0554BAA-5A53-7E1A-9992-23BB8B7CEB62}"/>
                </a:ext>
              </a:extLst>
            </p:cNvPr>
            <p:cNvGrpSpPr/>
            <p:nvPr/>
          </p:nvGrpSpPr>
          <p:grpSpPr>
            <a:xfrm>
              <a:off x="13307515" y="315913"/>
              <a:ext cx="517525" cy="517525"/>
              <a:chOff x="12432704" y="315913"/>
              <a:chExt cx="517525" cy="517525"/>
            </a:xfrm>
          </p:grpSpPr>
          <p:sp>
            <p:nvSpPr>
              <p:cNvPr id="63" name="Retângulo: Cantos Arredondados 62">
                <a:extLst>
                  <a:ext uri="{FF2B5EF4-FFF2-40B4-BE49-F238E27FC236}">
                    <a16:creationId xmlns:a16="http://schemas.microsoft.com/office/drawing/2014/main" id="{DEA3B696-9384-2C8B-E3D0-16D09C939273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rgbClr val="F0F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64" name="CaixaDeTexto 63">
                <a:extLst>
                  <a:ext uri="{FF2B5EF4-FFF2-40B4-BE49-F238E27FC236}">
                    <a16:creationId xmlns:a16="http://schemas.microsoft.com/office/drawing/2014/main" id="{106AAEF6-A34D-902F-082B-C6BC8DD4210F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rgbClr val="636466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rgbClr val="636466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B0806403-3B9E-0F10-B240-F2083061E5A6}"/>
                </a:ext>
              </a:extLst>
            </p:cNvPr>
            <p:cNvGrpSpPr/>
            <p:nvPr/>
          </p:nvGrpSpPr>
          <p:grpSpPr>
            <a:xfrm>
              <a:off x="12734205" y="912254"/>
              <a:ext cx="517525" cy="517525"/>
              <a:chOff x="12432704" y="315913"/>
              <a:chExt cx="517525" cy="517525"/>
            </a:xfrm>
          </p:grpSpPr>
          <p:sp>
            <p:nvSpPr>
              <p:cNvPr id="61" name="Retângulo: Cantos Arredondados 60">
                <a:extLst>
                  <a:ext uri="{FF2B5EF4-FFF2-40B4-BE49-F238E27FC236}">
                    <a16:creationId xmlns:a16="http://schemas.microsoft.com/office/drawing/2014/main" id="{9E46A0D8-6F48-856C-ECC1-54C789ED26AC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rgbClr val="FFCB0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F371DD7D-12D5-B50A-4811-4DFB2E9A0FD8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rgbClr val="636466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rgbClr val="636466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E44409B1-47E9-BA94-A640-076160FA407D}"/>
                </a:ext>
              </a:extLst>
            </p:cNvPr>
            <p:cNvGrpSpPr/>
            <p:nvPr/>
          </p:nvGrpSpPr>
          <p:grpSpPr>
            <a:xfrm>
              <a:off x="13320984" y="912254"/>
              <a:ext cx="517525" cy="517525"/>
              <a:chOff x="12432704" y="315913"/>
              <a:chExt cx="517525" cy="517525"/>
            </a:xfrm>
          </p:grpSpPr>
          <p:sp>
            <p:nvSpPr>
              <p:cNvPr id="59" name="Retângulo: Cantos Arredondados 58">
                <a:extLst>
                  <a:ext uri="{FF2B5EF4-FFF2-40B4-BE49-F238E27FC236}">
                    <a16:creationId xmlns:a16="http://schemas.microsoft.com/office/drawing/2014/main" id="{47C94DCE-4D3F-50C6-0EC3-004F3507E858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rgbClr val="FFCB0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75583F9A-E2E5-39C6-DC61-1A9372CAB9BD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bg1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chemeClr val="bg1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7F36F83C-D68E-A3B3-C774-64DBCEE13A24}"/>
                </a:ext>
              </a:extLst>
            </p:cNvPr>
            <p:cNvGrpSpPr/>
            <p:nvPr/>
          </p:nvGrpSpPr>
          <p:grpSpPr>
            <a:xfrm>
              <a:off x="12734205" y="1494582"/>
              <a:ext cx="517525" cy="517525"/>
              <a:chOff x="12432704" y="315913"/>
              <a:chExt cx="517525" cy="517525"/>
            </a:xfrm>
          </p:grpSpPr>
          <p:sp>
            <p:nvSpPr>
              <p:cNvPr id="57" name="Retângulo: Cantos Arredondados 56">
                <a:extLst>
                  <a:ext uri="{FF2B5EF4-FFF2-40B4-BE49-F238E27FC236}">
                    <a16:creationId xmlns:a16="http://schemas.microsoft.com/office/drawing/2014/main" id="{312F7CBE-F285-83E6-5B6E-CEA535CEF7BD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rgbClr val="A4A6A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4D50B81A-701C-583C-FA85-03E4A45F7133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bg1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chemeClr val="bg1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5B466F4F-696E-0E30-6EED-6E9A1E21FE0C}"/>
                </a:ext>
              </a:extLst>
            </p:cNvPr>
            <p:cNvGrpSpPr/>
            <p:nvPr/>
          </p:nvGrpSpPr>
          <p:grpSpPr>
            <a:xfrm>
              <a:off x="13320984" y="1494582"/>
              <a:ext cx="517525" cy="517525"/>
              <a:chOff x="12432704" y="315913"/>
              <a:chExt cx="517525" cy="517525"/>
            </a:xfrm>
          </p:grpSpPr>
          <p:sp>
            <p:nvSpPr>
              <p:cNvPr id="55" name="Retângulo: Cantos Arredondados 54">
                <a:extLst>
                  <a:ext uri="{FF2B5EF4-FFF2-40B4-BE49-F238E27FC236}">
                    <a16:creationId xmlns:a16="http://schemas.microsoft.com/office/drawing/2014/main" id="{DAFD07CD-1357-0DCC-CB42-09A7EEADEC6D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rgbClr val="6364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96FFFE86-4A72-12FE-44AE-B7DE118BA784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bg1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chemeClr val="bg1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39" name="Agrupar 38">
              <a:extLst>
                <a:ext uri="{FF2B5EF4-FFF2-40B4-BE49-F238E27FC236}">
                  <a16:creationId xmlns:a16="http://schemas.microsoft.com/office/drawing/2014/main" id="{EA21BFA0-88EA-76C2-1E71-F33A0CF5CFB6}"/>
                </a:ext>
              </a:extLst>
            </p:cNvPr>
            <p:cNvGrpSpPr/>
            <p:nvPr/>
          </p:nvGrpSpPr>
          <p:grpSpPr>
            <a:xfrm>
              <a:off x="12747674" y="2083383"/>
              <a:ext cx="517525" cy="517525"/>
              <a:chOff x="12432704" y="315913"/>
              <a:chExt cx="517525" cy="517525"/>
            </a:xfrm>
          </p:grpSpPr>
          <p:sp>
            <p:nvSpPr>
              <p:cNvPr id="53" name="Retângulo: Cantos Arredondados 52">
                <a:extLst>
                  <a:ext uri="{FF2B5EF4-FFF2-40B4-BE49-F238E27FC236}">
                    <a16:creationId xmlns:a16="http://schemas.microsoft.com/office/drawing/2014/main" id="{47A86312-4AFB-29C0-B3A2-EF581AB3A790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03BC7BFE-BD65-4B96-56A3-5DD4822C4A9F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bg1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chemeClr val="bg1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grpSp>
          <p:nvGrpSpPr>
            <p:cNvPr id="40" name="Agrupar 39">
              <a:extLst>
                <a:ext uri="{FF2B5EF4-FFF2-40B4-BE49-F238E27FC236}">
                  <a16:creationId xmlns:a16="http://schemas.microsoft.com/office/drawing/2014/main" id="{8D4D5CF7-9FE5-A8DC-50A3-EA709331D496}"/>
                </a:ext>
              </a:extLst>
            </p:cNvPr>
            <p:cNvGrpSpPr/>
            <p:nvPr/>
          </p:nvGrpSpPr>
          <p:grpSpPr>
            <a:xfrm>
              <a:off x="13307515" y="2083383"/>
              <a:ext cx="517525" cy="517525"/>
              <a:chOff x="12432704" y="315913"/>
              <a:chExt cx="517525" cy="517525"/>
            </a:xfrm>
          </p:grpSpPr>
          <p:sp>
            <p:nvSpPr>
              <p:cNvPr id="42" name="Retângulo: Cantos Arredondados 41">
                <a:extLst>
                  <a:ext uri="{FF2B5EF4-FFF2-40B4-BE49-F238E27FC236}">
                    <a16:creationId xmlns:a16="http://schemas.microsoft.com/office/drawing/2014/main" id="{9B1B7081-1D70-E81D-7634-FBD6A72FEE82}"/>
                  </a:ext>
                </a:extLst>
              </p:cNvPr>
              <p:cNvSpPr/>
              <p:nvPr/>
            </p:nvSpPr>
            <p:spPr>
              <a:xfrm>
                <a:off x="12432704" y="315913"/>
                <a:ext cx="517525" cy="517525"/>
              </a:xfrm>
              <a:prstGeom prst="roundRect">
                <a:avLst>
                  <a:gd name="adj" fmla="val 9305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B25385F7-481D-78A0-A61B-C8FA9F44D5F9}"/>
                  </a:ext>
                </a:extLst>
              </p:cNvPr>
              <p:cNvSpPr txBox="1"/>
              <p:nvPr/>
            </p:nvSpPr>
            <p:spPr>
              <a:xfrm>
                <a:off x="12446173" y="39472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rgbClr val="FFCB05"/>
                    </a:solidFill>
                    <a:latin typeface="Geologica ExtraBold" pitchFamily="2" charset="0"/>
                  </a:rPr>
                  <a:t>A</a:t>
                </a:r>
                <a:r>
                  <a:rPr lang="pt-BR" dirty="0">
                    <a:solidFill>
                      <a:srgbClr val="FFCB05"/>
                    </a:solidFill>
                    <a:latin typeface="Geologica" pitchFamily="2" charset="0"/>
                  </a:rPr>
                  <a:t>a</a:t>
                </a:r>
              </a:p>
            </p:txBody>
          </p:sp>
        </p:grp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8D4FCD07-D9B9-2978-23D6-DB36AC96BDCE}"/>
                </a:ext>
              </a:extLst>
            </p:cNvPr>
            <p:cNvSpPr txBox="1"/>
            <p:nvPr/>
          </p:nvSpPr>
          <p:spPr>
            <a:xfrm>
              <a:off x="12595760" y="16542"/>
              <a:ext cx="1285003" cy="191701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/>
            <a:p>
              <a:pPr algn="ctr"/>
              <a:r>
                <a:rPr lang="pt-BR" sz="900" dirty="0">
                  <a:solidFill>
                    <a:schemeClr val="bg1"/>
                  </a:solidFill>
                  <a:latin typeface="Geologica" pitchFamily="2" charset="0"/>
                </a:rPr>
                <a:t>ACESSIBILIDADE</a:t>
              </a:r>
              <a:endParaRPr lang="pt-BR" sz="900" b="1" dirty="0">
                <a:solidFill>
                  <a:schemeClr val="bg1"/>
                </a:solidFill>
                <a:latin typeface="Geologica" pitchFamily="2" charset="0"/>
              </a:endParaRPr>
            </a:p>
          </p:txBody>
        </p:sp>
      </p:grpSp>
      <p:pic>
        <p:nvPicPr>
          <p:cNvPr id="67" name="Gráfico 66">
            <a:extLst>
              <a:ext uri="{FF2B5EF4-FFF2-40B4-BE49-F238E27FC236}">
                <a16:creationId xmlns:a16="http://schemas.microsoft.com/office/drawing/2014/main" id="{C8D2E2D4-2160-4215-48E6-30BD130C70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4132" y="-512505"/>
            <a:ext cx="347504" cy="315913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548CC3FF-B4A8-939D-3A30-4F039F6E6B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832011" y="-512505"/>
            <a:ext cx="347504" cy="315913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61482D92-EC52-FD74-C5FC-483BE6269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56661" y="3111183"/>
            <a:ext cx="2080092" cy="58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275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1530</TotalTime>
  <Words>78</Words>
  <Application>Microsoft Office PowerPoint</Application>
  <PresentationFormat>Widescreen</PresentationFormat>
  <Paragraphs>56</Paragraphs>
  <Slides>6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Aptos</vt:lpstr>
      <vt:lpstr>Geologica Light</vt:lpstr>
      <vt:lpstr>Geologica</vt:lpstr>
      <vt:lpstr>Arial</vt:lpstr>
      <vt:lpstr>Geologica ExtraBold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Ribeiro</dc:creator>
  <cp:lastModifiedBy>Eduardo Ribeiro</cp:lastModifiedBy>
  <cp:revision>31</cp:revision>
  <dcterms:created xsi:type="dcterms:W3CDTF">2026-02-24T15:38:33Z</dcterms:created>
  <dcterms:modified xsi:type="dcterms:W3CDTF">2026-05-27T15:08:41Z</dcterms:modified>
</cp:coreProperties>
</file>